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BD620C-6352-4BDA-BD67-97E8F4503D0C}">
  <a:tblStyle styleId="{F9BD620C-6352-4BDA-BD67-97E8F4503D0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f0d977a78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2f0d977a78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f0d977a78a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2f0d977a78a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f0d977a78a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f0d977a78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2f12ef97050_6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2f12ef97050_6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2d42a3a5230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2d42a3a523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f0aa589e60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2f0aa589e60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f0aa589e60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f0aa589e60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2f9f522cc2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2f9f522cc2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04f61b1684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04f61b1684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304f61b1684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9" name="Google Shape;539;g304f61b1684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54b8e91e47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54b8e91e47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2d42a3a5230_0_5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2d42a3a5230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56ca60ff2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356ca60ff2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04f61b1684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04f61b1684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04f61b1684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04f61b1684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04f61b1684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04f61b1684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54b8e91e47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354b8e91e47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304f61b1684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304f61b1684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f11306af4d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f11306af4d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2f12ef97050_6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g2f12ef97050_6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10" Type="http://schemas.openxmlformats.org/officeDocument/2006/relationships/image" Target="../media/image6.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4.png"/><Relationship Id="rId8" Type="http://schemas.openxmlformats.org/officeDocument/2006/relationships/image" Target="../media/image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type="title">
  <p:cSld name="TITLE">
    <p:bg>
      <p:bgPr>
        <a:solidFill>
          <a:srgbClr val="F3F3F3"/>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311708" y="2097050"/>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Font typeface="Syne"/>
              <a:buNone/>
              <a:defRPr b="1" sz="4000">
                <a:latin typeface="Syne"/>
                <a:ea typeface="Syne"/>
                <a:cs typeface="Syne"/>
                <a:sym typeface="Sy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405430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000"/>
              <a:buNone/>
              <a:defRPr sz="10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3" name="Google Shape;13;p2"/>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4" name="Google Shape;14;p2"/>
          <p:cNvSpPr txBox="1"/>
          <p:nvPr>
            <p:ph idx="2" type="subTitle"/>
          </p:nvPr>
        </p:nvSpPr>
        <p:spPr>
          <a:xfrm>
            <a:off x="1889025" y="270775"/>
            <a:ext cx="6321300" cy="276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800"/>
              <a:buFont typeface="Inter Medium"/>
              <a:buNone/>
              <a:defRPr sz="800">
                <a:latin typeface="Inter Medium"/>
                <a:ea typeface="Inter Medium"/>
                <a:cs typeface="Inter Medium"/>
                <a:sym typeface="Inter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5" name="Google Shape;15;p2"/>
          <p:cNvSpPr/>
          <p:nvPr/>
        </p:nvSpPr>
        <p:spPr>
          <a:xfrm>
            <a:off x="774225" y="270775"/>
            <a:ext cx="11148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800">
                <a:solidFill>
                  <a:srgbClr val="F3F3F3"/>
                </a:solidFill>
                <a:latin typeface="Inter Medium"/>
                <a:ea typeface="Inter Medium"/>
                <a:cs typeface="Inter Medium"/>
                <a:sym typeface="Inter Medium"/>
              </a:rPr>
              <a:t>CONFIDENTIEL</a:t>
            </a:r>
            <a:endParaRPr sz="800">
              <a:solidFill>
                <a:srgbClr val="F3F3F3"/>
              </a:solidFill>
              <a:latin typeface="Inter Medium"/>
              <a:ea typeface="Inter Medium"/>
              <a:cs typeface="Inter Medium"/>
              <a:sym typeface="Inter Medium"/>
            </a:endParaRPr>
          </a:p>
        </p:txBody>
      </p:sp>
      <p:pic>
        <p:nvPicPr>
          <p:cNvPr id="16" name="Google Shape;16;p2"/>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Énumération">
  <p:cSld name="SECTION_HEADER_2_1">
    <p:bg>
      <p:bgPr>
        <a:solidFill>
          <a:srgbClr val="EFEFEF"/>
        </a:solidFill>
      </p:bgPr>
    </p:bg>
    <p:spTree>
      <p:nvGrpSpPr>
        <p:cNvPr id="17" name="Shape 17"/>
        <p:cNvGrpSpPr/>
        <p:nvPr/>
      </p:nvGrpSpPr>
      <p:grpSpPr>
        <a:xfrm>
          <a:off x="0" y="0"/>
          <a:ext cx="0" cy="0"/>
          <a:chOff x="0" y="0"/>
          <a:chExt cx="0" cy="0"/>
        </a:xfrm>
      </p:grpSpPr>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sz="800">
                <a:solidFill>
                  <a:schemeClr val="dk1"/>
                </a:solidFill>
                <a:latin typeface="Syne"/>
                <a:ea typeface="Syne"/>
                <a:cs typeface="Syne"/>
                <a:sym typeface="Syne"/>
              </a:defRPr>
            </a:lvl1pPr>
            <a:lvl2pPr lvl="1" rtl="0">
              <a:buNone/>
              <a:defRPr sz="800">
                <a:solidFill>
                  <a:schemeClr val="dk1"/>
                </a:solidFill>
                <a:latin typeface="Syne"/>
                <a:ea typeface="Syne"/>
                <a:cs typeface="Syne"/>
                <a:sym typeface="Syne"/>
              </a:defRPr>
            </a:lvl2pPr>
            <a:lvl3pPr lvl="2" rtl="0">
              <a:buNone/>
              <a:defRPr sz="800">
                <a:solidFill>
                  <a:schemeClr val="dk1"/>
                </a:solidFill>
                <a:latin typeface="Syne"/>
                <a:ea typeface="Syne"/>
                <a:cs typeface="Syne"/>
                <a:sym typeface="Syne"/>
              </a:defRPr>
            </a:lvl3pPr>
            <a:lvl4pPr lvl="3" rtl="0">
              <a:buNone/>
              <a:defRPr sz="800">
                <a:solidFill>
                  <a:schemeClr val="dk1"/>
                </a:solidFill>
                <a:latin typeface="Syne"/>
                <a:ea typeface="Syne"/>
                <a:cs typeface="Syne"/>
                <a:sym typeface="Syne"/>
              </a:defRPr>
            </a:lvl4pPr>
            <a:lvl5pPr lvl="4" rtl="0">
              <a:buNone/>
              <a:defRPr sz="800">
                <a:solidFill>
                  <a:schemeClr val="dk1"/>
                </a:solidFill>
                <a:latin typeface="Syne"/>
                <a:ea typeface="Syne"/>
                <a:cs typeface="Syne"/>
                <a:sym typeface="Syne"/>
              </a:defRPr>
            </a:lvl5pPr>
            <a:lvl6pPr lvl="5" rtl="0">
              <a:buNone/>
              <a:defRPr sz="800">
                <a:solidFill>
                  <a:schemeClr val="dk1"/>
                </a:solidFill>
                <a:latin typeface="Syne"/>
                <a:ea typeface="Syne"/>
                <a:cs typeface="Syne"/>
                <a:sym typeface="Syne"/>
              </a:defRPr>
            </a:lvl6pPr>
            <a:lvl7pPr lvl="6" rtl="0">
              <a:buNone/>
              <a:defRPr sz="800">
                <a:solidFill>
                  <a:schemeClr val="dk1"/>
                </a:solidFill>
                <a:latin typeface="Syne"/>
                <a:ea typeface="Syne"/>
                <a:cs typeface="Syne"/>
                <a:sym typeface="Syne"/>
              </a:defRPr>
            </a:lvl7pPr>
            <a:lvl8pPr lvl="7" rtl="0">
              <a:buNone/>
              <a:defRPr sz="800">
                <a:solidFill>
                  <a:schemeClr val="dk1"/>
                </a:solidFill>
                <a:latin typeface="Syne"/>
                <a:ea typeface="Syne"/>
                <a:cs typeface="Syne"/>
                <a:sym typeface="Syne"/>
              </a:defRPr>
            </a:lvl8pPr>
            <a:lvl9pPr lvl="8" rtl="0">
              <a:buNone/>
              <a:defRPr sz="800">
                <a:solidFill>
                  <a:schemeClr val="dk1"/>
                </a:solidFill>
                <a:latin typeface="Syne"/>
                <a:ea typeface="Syne"/>
                <a:cs typeface="Syne"/>
                <a:sym typeface="Syne"/>
              </a:defRPr>
            </a:lvl9pPr>
          </a:lstStyle>
          <a:p>
            <a:pPr indent="0" lvl="0" marL="0" rtl="0" algn="r">
              <a:spcBef>
                <a:spcPts val="0"/>
              </a:spcBef>
              <a:spcAft>
                <a:spcPts val="0"/>
              </a:spcAft>
              <a:buNone/>
            </a:pPr>
            <a:fld id="{00000000-1234-1234-1234-123412341234}" type="slidenum">
              <a:rPr lang="fr"/>
              <a:t>‹#›</a:t>
            </a:fld>
            <a:endParaRPr/>
          </a:p>
        </p:txBody>
      </p:sp>
      <p:sp>
        <p:nvSpPr>
          <p:cNvPr id="19" name="Google Shape;19;p3"/>
          <p:cNvSpPr txBox="1"/>
          <p:nvPr>
            <p:ph idx="1" type="body"/>
          </p:nvPr>
        </p:nvSpPr>
        <p:spPr>
          <a:xfrm>
            <a:off x="1238250" y="2492350"/>
            <a:ext cx="1785600" cy="2414100"/>
          </a:xfrm>
          <a:prstGeom prst="rect">
            <a:avLst/>
          </a:prstGeom>
        </p:spPr>
        <p:txBody>
          <a:bodyPr anchorCtr="0" anchor="t" bIns="91425" lIns="91425" spcFirstLastPara="1" rIns="91425" wrap="square" tIns="0">
            <a:noAutofit/>
          </a:bodyPr>
          <a:lstStyle>
            <a:lvl1pPr indent="-304800" lvl="0" marL="4572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1pPr>
            <a:lvl2pPr indent="-304800" lvl="1" marL="9144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2pPr>
            <a:lvl3pPr indent="-304800" lvl="2" marL="13716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3pPr>
            <a:lvl4pPr indent="-304800" lvl="3" marL="18288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4pPr>
            <a:lvl5pPr indent="-304800" lvl="4" marL="22860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5pPr>
            <a:lvl6pPr indent="-304800" lvl="5" marL="27432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6pPr>
            <a:lvl7pPr indent="-304800" lvl="6" marL="32004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7pPr>
            <a:lvl8pPr indent="-304800" lvl="7" marL="36576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8pPr>
            <a:lvl9pPr indent="-304800" lvl="8" marL="41148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9pPr>
          </a:lstStyle>
          <a:p/>
        </p:txBody>
      </p:sp>
      <p:sp>
        <p:nvSpPr>
          <p:cNvPr id="20" name="Google Shape;20;p3"/>
          <p:cNvSpPr/>
          <p:nvPr/>
        </p:nvSpPr>
        <p:spPr>
          <a:xfrm>
            <a:off x="774225" y="2492350"/>
            <a:ext cx="2883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800">
                <a:solidFill>
                  <a:srgbClr val="F3F3F3"/>
                </a:solidFill>
                <a:latin typeface="Inter"/>
                <a:ea typeface="Inter"/>
                <a:cs typeface="Inter"/>
                <a:sym typeface="Inter"/>
              </a:rPr>
              <a:t>1</a:t>
            </a:r>
            <a:endParaRPr b="1" sz="800">
              <a:solidFill>
                <a:srgbClr val="F3F3F3"/>
              </a:solidFill>
              <a:latin typeface="Inter"/>
              <a:ea typeface="Inter"/>
              <a:cs typeface="Inter"/>
              <a:sym typeface="Inter"/>
            </a:endParaRPr>
          </a:p>
        </p:txBody>
      </p:sp>
      <p:sp>
        <p:nvSpPr>
          <p:cNvPr id="21" name="Google Shape;21;p3"/>
          <p:cNvSpPr/>
          <p:nvPr/>
        </p:nvSpPr>
        <p:spPr>
          <a:xfrm>
            <a:off x="3316613" y="2492350"/>
            <a:ext cx="2883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800">
                <a:solidFill>
                  <a:srgbClr val="F3F3F3"/>
                </a:solidFill>
                <a:latin typeface="Inter"/>
                <a:ea typeface="Inter"/>
                <a:cs typeface="Inter"/>
                <a:sym typeface="Inter"/>
              </a:rPr>
              <a:t>2</a:t>
            </a:r>
            <a:endParaRPr b="1" sz="800">
              <a:solidFill>
                <a:srgbClr val="F3F3F3"/>
              </a:solidFill>
              <a:latin typeface="Inter"/>
              <a:ea typeface="Inter"/>
              <a:cs typeface="Inter"/>
              <a:sym typeface="Inter"/>
            </a:endParaRPr>
          </a:p>
        </p:txBody>
      </p:sp>
      <p:sp>
        <p:nvSpPr>
          <p:cNvPr id="22" name="Google Shape;22;p3"/>
          <p:cNvSpPr/>
          <p:nvPr/>
        </p:nvSpPr>
        <p:spPr>
          <a:xfrm>
            <a:off x="5859000" y="2492350"/>
            <a:ext cx="2883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800">
                <a:solidFill>
                  <a:srgbClr val="F3F3F3"/>
                </a:solidFill>
                <a:latin typeface="Inter"/>
                <a:ea typeface="Inter"/>
                <a:cs typeface="Inter"/>
                <a:sym typeface="Inter"/>
              </a:rPr>
              <a:t>3</a:t>
            </a:r>
            <a:endParaRPr b="1" sz="800">
              <a:solidFill>
                <a:srgbClr val="F3F3F3"/>
              </a:solidFill>
              <a:latin typeface="Inter"/>
              <a:ea typeface="Inter"/>
              <a:cs typeface="Inter"/>
              <a:sym typeface="Inter"/>
            </a:endParaRPr>
          </a:p>
        </p:txBody>
      </p:sp>
      <p:sp>
        <p:nvSpPr>
          <p:cNvPr id="23" name="Google Shape;23;p3"/>
          <p:cNvSpPr txBox="1"/>
          <p:nvPr>
            <p:ph idx="2" type="body"/>
          </p:nvPr>
        </p:nvSpPr>
        <p:spPr>
          <a:xfrm>
            <a:off x="3766050" y="2492350"/>
            <a:ext cx="1785600" cy="2414100"/>
          </a:xfrm>
          <a:prstGeom prst="rect">
            <a:avLst/>
          </a:prstGeom>
        </p:spPr>
        <p:txBody>
          <a:bodyPr anchorCtr="0" anchor="t" bIns="91425" lIns="91425" spcFirstLastPara="1" rIns="91425" wrap="square" tIns="0">
            <a:noAutofit/>
          </a:bodyPr>
          <a:lstStyle>
            <a:lvl1pPr indent="-304800" lvl="0" marL="4572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1pPr>
            <a:lvl2pPr indent="-304800" lvl="1" marL="9144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2pPr>
            <a:lvl3pPr indent="-304800" lvl="2" marL="13716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3pPr>
            <a:lvl4pPr indent="-304800" lvl="3" marL="18288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4pPr>
            <a:lvl5pPr indent="-304800" lvl="4" marL="22860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5pPr>
            <a:lvl6pPr indent="-304800" lvl="5" marL="27432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6pPr>
            <a:lvl7pPr indent="-304800" lvl="6" marL="32004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7pPr>
            <a:lvl8pPr indent="-304800" lvl="7" marL="36576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8pPr>
            <a:lvl9pPr indent="-304800" lvl="8" marL="41148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9pPr>
          </a:lstStyle>
          <a:p/>
        </p:txBody>
      </p:sp>
      <p:sp>
        <p:nvSpPr>
          <p:cNvPr id="24" name="Google Shape;24;p3"/>
          <p:cNvSpPr txBox="1"/>
          <p:nvPr>
            <p:ph idx="3" type="body"/>
          </p:nvPr>
        </p:nvSpPr>
        <p:spPr>
          <a:xfrm>
            <a:off x="6293850" y="2492350"/>
            <a:ext cx="1785600" cy="2414100"/>
          </a:xfrm>
          <a:prstGeom prst="rect">
            <a:avLst/>
          </a:prstGeom>
        </p:spPr>
        <p:txBody>
          <a:bodyPr anchorCtr="0" anchor="t" bIns="91425" lIns="91425" spcFirstLastPara="1" rIns="91425" wrap="square" tIns="0">
            <a:noAutofit/>
          </a:bodyPr>
          <a:lstStyle>
            <a:lvl1pPr indent="-304800" lvl="0" marL="4572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1pPr>
            <a:lvl2pPr indent="-304800" lvl="1" marL="9144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2pPr>
            <a:lvl3pPr indent="-304800" lvl="2" marL="13716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3pPr>
            <a:lvl4pPr indent="-304800" lvl="3" marL="18288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4pPr>
            <a:lvl5pPr indent="-304800" lvl="4" marL="22860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5pPr>
            <a:lvl6pPr indent="-304800" lvl="5" marL="27432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6pPr>
            <a:lvl7pPr indent="-304800" lvl="6" marL="32004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7pPr>
            <a:lvl8pPr indent="-304800" lvl="7" marL="36576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8pPr>
            <a:lvl9pPr indent="-304800" lvl="8" marL="4114800" rtl="0">
              <a:lnSpc>
                <a:spcPct val="100000"/>
              </a:lnSpc>
              <a:spcBef>
                <a:spcPts val="0"/>
              </a:spcBef>
              <a:spcAft>
                <a:spcPts val="0"/>
              </a:spcAft>
              <a:buSzPts val="1200"/>
              <a:buFont typeface="Inter Medium"/>
              <a:buChar char="■"/>
              <a:defRPr sz="1200">
                <a:latin typeface="Inter Medium"/>
                <a:ea typeface="Inter Medium"/>
                <a:cs typeface="Inter Medium"/>
                <a:sym typeface="Inter Medium"/>
              </a:defRPr>
            </a:lvl9pPr>
          </a:lstStyle>
          <a:p/>
        </p:txBody>
      </p:sp>
      <p:sp>
        <p:nvSpPr>
          <p:cNvPr id="25" name="Google Shape;25;p3"/>
          <p:cNvSpPr txBox="1"/>
          <p:nvPr>
            <p:ph type="title"/>
          </p:nvPr>
        </p:nvSpPr>
        <p:spPr>
          <a:xfrm>
            <a:off x="270900" y="616325"/>
            <a:ext cx="4652700" cy="2080200"/>
          </a:xfrm>
          <a:prstGeom prst="rect">
            <a:avLst/>
          </a:prstGeom>
        </p:spPr>
        <p:txBody>
          <a:bodyPr anchorCtr="0" anchor="ctr" bIns="91425" lIns="0" spcFirstLastPara="1" rIns="91425" wrap="square" tIns="91425">
            <a:normAutofit/>
          </a:bodyPr>
          <a:lstStyle>
            <a:lvl1pPr lvl="0">
              <a:spcBef>
                <a:spcPts val="0"/>
              </a:spcBef>
              <a:spcAft>
                <a:spcPts val="0"/>
              </a:spcAft>
              <a:buSzPts val="2800"/>
              <a:buFont typeface="Syne"/>
              <a:buNone/>
              <a:defRPr b="1">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26" name="Google Shape;26;p3"/>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27" name="Google Shape;27;p3"/>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28" name="Google Shape;28;p3"/>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29" name="Google Shape;29;p3"/>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leurs 4">
  <p:cSld name="SECTION_HEADER_2_1_2">
    <p:bg>
      <p:bgPr>
        <a:solidFill>
          <a:srgbClr val="EFEFEF"/>
        </a:solidFill>
      </p:bgPr>
    </p:bg>
    <p:spTree>
      <p:nvGrpSpPr>
        <p:cNvPr id="30" name="Shape 30"/>
        <p:cNvGrpSpPr/>
        <p:nvPr/>
      </p:nvGrpSpPr>
      <p:grpSpPr>
        <a:xfrm>
          <a:off x="0" y="0"/>
          <a:ext cx="0" cy="0"/>
          <a:chOff x="0" y="0"/>
          <a:chExt cx="0" cy="0"/>
        </a:xfrm>
      </p:grpSpPr>
      <p:sp>
        <p:nvSpPr>
          <p:cNvPr id="31" name="Google Shape;3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sz="800">
                <a:solidFill>
                  <a:schemeClr val="dk1"/>
                </a:solidFill>
                <a:latin typeface="Inter"/>
                <a:ea typeface="Inter"/>
                <a:cs typeface="Inter"/>
                <a:sym typeface="Inter"/>
              </a:defRPr>
            </a:lvl1pPr>
            <a:lvl2pPr lvl="1" rtl="0">
              <a:buNone/>
              <a:defRPr sz="800">
                <a:solidFill>
                  <a:schemeClr val="dk1"/>
                </a:solidFill>
                <a:latin typeface="Inter"/>
                <a:ea typeface="Inter"/>
                <a:cs typeface="Inter"/>
                <a:sym typeface="Inter"/>
              </a:defRPr>
            </a:lvl2pPr>
            <a:lvl3pPr lvl="2" rtl="0">
              <a:buNone/>
              <a:defRPr sz="800">
                <a:solidFill>
                  <a:schemeClr val="dk1"/>
                </a:solidFill>
                <a:latin typeface="Inter"/>
                <a:ea typeface="Inter"/>
                <a:cs typeface="Inter"/>
                <a:sym typeface="Inter"/>
              </a:defRPr>
            </a:lvl3pPr>
            <a:lvl4pPr lvl="3" rtl="0">
              <a:buNone/>
              <a:defRPr sz="800">
                <a:solidFill>
                  <a:schemeClr val="dk1"/>
                </a:solidFill>
                <a:latin typeface="Inter"/>
                <a:ea typeface="Inter"/>
                <a:cs typeface="Inter"/>
                <a:sym typeface="Inter"/>
              </a:defRPr>
            </a:lvl4pPr>
            <a:lvl5pPr lvl="4" rtl="0">
              <a:buNone/>
              <a:defRPr sz="800">
                <a:solidFill>
                  <a:schemeClr val="dk1"/>
                </a:solidFill>
                <a:latin typeface="Inter"/>
                <a:ea typeface="Inter"/>
                <a:cs typeface="Inter"/>
                <a:sym typeface="Inter"/>
              </a:defRPr>
            </a:lvl5pPr>
            <a:lvl6pPr lvl="5" rtl="0">
              <a:buNone/>
              <a:defRPr sz="800">
                <a:solidFill>
                  <a:schemeClr val="dk1"/>
                </a:solidFill>
                <a:latin typeface="Inter"/>
                <a:ea typeface="Inter"/>
                <a:cs typeface="Inter"/>
                <a:sym typeface="Inter"/>
              </a:defRPr>
            </a:lvl6pPr>
            <a:lvl7pPr lvl="6" rtl="0">
              <a:buNone/>
              <a:defRPr sz="800">
                <a:solidFill>
                  <a:schemeClr val="dk1"/>
                </a:solidFill>
                <a:latin typeface="Inter"/>
                <a:ea typeface="Inter"/>
                <a:cs typeface="Inter"/>
                <a:sym typeface="Inter"/>
              </a:defRPr>
            </a:lvl7pPr>
            <a:lvl8pPr lvl="7" rtl="0">
              <a:buNone/>
              <a:defRPr sz="800">
                <a:solidFill>
                  <a:schemeClr val="dk1"/>
                </a:solidFill>
                <a:latin typeface="Inter"/>
                <a:ea typeface="Inter"/>
                <a:cs typeface="Inter"/>
                <a:sym typeface="Inter"/>
              </a:defRPr>
            </a:lvl8pPr>
            <a:lvl9pPr lvl="8" rtl="0">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
        <p:nvSpPr>
          <p:cNvPr id="32" name="Google Shape;32;p4"/>
          <p:cNvSpPr txBox="1"/>
          <p:nvPr>
            <p:ph type="title"/>
          </p:nvPr>
        </p:nvSpPr>
        <p:spPr>
          <a:xfrm>
            <a:off x="270900" y="635000"/>
            <a:ext cx="4652700" cy="2061300"/>
          </a:xfrm>
          <a:prstGeom prst="rect">
            <a:avLst/>
          </a:prstGeom>
        </p:spPr>
        <p:txBody>
          <a:bodyPr anchorCtr="0" anchor="ctr" bIns="91425" lIns="0" spcFirstLastPara="1" rIns="91425" wrap="square" tIns="91425">
            <a:noAutofit/>
          </a:bodyPr>
          <a:lstStyle>
            <a:lvl1pPr lvl="0" rtl="0">
              <a:spcBef>
                <a:spcPts val="0"/>
              </a:spcBef>
              <a:spcAft>
                <a:spcPts val="0"/>
              </a:spcAft>
              <a:buSzPts val="2800"/>
              <a:buFont typeface="Syne"/>
              <a:buNone/>
              <a:defRPr b="1">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3" name="Google Shape;33;p4"/>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34" name="Google Shape;34;p4"/>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35" name="Google Shape;35;p4"/>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36" name="Google Shape;36;p4"/>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37" name="Google Shape;37;p4"/>
          <p:cNvSpPr/>
          <p:nvPr/>
        </p:nvSpPr>
        <p:spPr>
          <a:xfrm>
            <a:off x="270900" y="2904725"/>
            <a:ext cx="8561400" cy="1643400"/>
          </a:xfrm>
          <a:prstGeom prst="roundRect">
            <a:avLst>
              <a:gd fmla="val 387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8" name="Google Shape;38;p4"/>
          <p:cNvSpPr txBox="1"/>
          <p:nvPr>
            <p:ph idx="1" type="subTitle"/>
          </p:nvPr>
        </p:nvSpPr>
        <p:spPr>
          <a:xfrm>
            <a:off x="570213" y="3353813"/>
            <a:ext cx="18684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39" name="Google Shape;39;p4"/>
          <p:cNvSpPr txBox="1"/>
          <p:nvPr>
            <p:ph idx="2" type="subTitle"/>
          </p:nvPr>
        </p:nvSpPr>
        <p:spPr>
          <a:xfrm>
            <a:off x="2576228" y="3353813"/>
            <a:ext cx="1868400" cy="7452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40" name="Google Shape;40;p4"/>
          <p:cNvSpPr txBox="1"/>
          <p:nvPr>
            <p:ph idx="3" type="subTitle"/>
          </p:nvPr>
        </p:nvSpPr>
        <p:spPr>
          <a:xfrm>
            <a:off x="4582218" y="3353813"/>
            <a:ext cx="1868400" cy="7452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41" name="Google Shape;41;p4"/>
          <p:cNvSpPr txBox="1"/>
          <p:nvPr>
            <p:ph idx="4" type="subTitle"/>
          </p:nvPr>
        </p:nvSpPr>
        <p:spPr>
          <a:xfrm>
            <a:off x="6588218" y="3353813"/>
            <a:ext cx="1868400" cy="7452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42" name="Google Shape;42;p4"/>
          <p:cNvSpPr txBox="1"/>
          <p:nvPr>
            <p:ph idx="5" type="body"/>
          </p:nvPr>
        </p:nvSpPr>
        <p:spPr>
          <a:xfrm>
            <a:off x="283625" y="2272150"/>
            <a:ext cx="8548800" cy="480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leurs 5">
  <p:cSld name="SECTION_HEADER_2_1_2_2">
    <p:bg>
      <p:bgPr>
        <a:solidFill>
          <a:srgbClr val="EFEFEF"/>
        </a:solidFill>
      </p:bgPr>
    </p:bg>
    <p:spTree>
      <p:nvGrpSpPr>
        <p:cNvPr id="43" name="Shape 43"/>
        <p:cNvGrpSpPr/>
        <p:nvPr/>
      </p:nvGrpSpPr>
      <p:grpSpPr>
        <a:xfrm>
          <a:off x="0" y="0"/>
          <a:ext cx="0" cy="0"/>
          <a:chOff x="0" y="0"/>
          <a:chExt cx="0" cy="0"/>
        </a:xfrm>
      </p:grpSpPr>
      <p:sp>
        <p:nvSpPr>
          <p:cNvPr id="44" name="Google Shape;4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
        <p:nvSpPr>
          <p:cNvPr id="45" name="Google Shape;45;p5"/>
          <p:cNvSpPr txBox="1"/>
          <p:nvPr>
            <p:ph type="title"/>
          </p:nvPr>
        </p:nvSpPr>
        <p:spPr>
          <a:xfrm>
            <a:off x="270900" y="635000"/>
            <a:ext cx="4652700" cy="2061300"/>
          </a:xfrm>
          <a:prstGeom prst="rect">
            <a:avLst/>
          </a:prstGeom>
        </p:spPr>
        <p:txBody>
          <a:bodyPr anchorCtr="0" anchor="ctr" bIns="91425" lIns="0" spcFirstLastPara="1" rIns="91425" wrap="square" tIns="91425">
            <a:noAutofit/>
          </a:bodyPr>
          <a:lstStyle>
            <a:lvl1pPr lvl="0">
              <a:spcBef>
                <a:spcPts val="0"/>
              </a:spcBef>
              <a:spcAft>
                <a:spcPts val="0"/>
              </a:spcAft>
              <a:buSzPts val="2800"/>
              <a:buFont typeface="Syne"/>
              <a:buNone/>
              <a:defRPr b="1">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6" name="Google Shape;46;p5"/>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47" name="Google Shape;47;p5"/>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48" name="Google Shape;48;p5"/>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49" name="Google Shape;49;p5"/>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50" name="Google Shape;50;p5"/>
          <p:cNvSpPr/>
          <p:nvPr/>
        </p:nvSpPr>
        <p:spPr>
          <a:xfrm>
            <a:off x="270900" y="2904725"/>
            <a:ext cx="8561400" cy="1643400"/>
          </a:xfrm>
          <a:prstGeom prst="roundRect">
            <a:avLst>
              <a:gd fmla="val 387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1" name="Google Shape;51;p5"/>
          <p:cNvSpPr txBox="1"/>
          <p:nvPr>
            <p:ph idx="1" type="subTitle"/>
          </p:nvPr>
        </p:nvSpPr>
        <p:spPr>
          <a:xfrm>
            <a:off x="570225" y="3353825"/>
            <a:ext cx="15102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52" name="Google Shape;52;p5"/>
          <p:cNvSpPr txBox="1"/>
          <p:nvPr>
            <p:ph idx="2" type="subTitle"/>
          </p:nvPr>
        </p:nvSpPr>
        <p:spPr>
          <a:xfrm>
            <a:off x="2191665" y="3353825"/>
            <a:ext cx="15102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53" name="Google Shape;53;p5"/>
          <p:cNvSpPr txBox="1"/>
          <p:nvPr>
            <p:ph idx="3" type="subTitle"/>
          </p:nvPr>
        </p:nvSpPr>
        <p:spPr>
          <a:xfrm>
            <a:off x="3813084" y="3353825"/>
            <a:ext cx="15102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54" name="Google Shape;54;p5"/>
          <p:cNvSpPr txBox="1"/>
          <p:nvPr>
            <p:ph idx="4" type="subTitle"/>
          </p:nvPr>
        </p:nvSpPr>
        <p:spPr>
          <a:xfrm>
            <a:off x="5434511" y="3353825"/>
            <a:ext cx="15102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55" name="Google Shape;55;p5"/>
          <p:cNvSpPr txBox="1"/>
          <p:nvPr>
            <p:ph idx="5" type="body"/>
          </p:nvPr>
        </p:nvSpPr>
        <p:spPr>
          <a:xfrm>
            <a:off x="283625" y="2272150"/>
            <a:ext cx="8548800" cy="4800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56" name="Google Shape;56;p5"/>
          <p:cNvSpPr txBox="1"/>
          <p:nvPr>
            <p:ph idx="6" type="subTitle"/>
          </p:nvPr>
        </p:nvSpPr>
        <p:spPr>
          <a:xfrm>
            <a:off x="7055939" y="3353825"/>
            <a:ext cx="1510200" cy="7452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57" name="Google Shape;57;p5"/>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Introduction</a:t>
            </a:r>
            <a:endParaRPr sz="900">
              <a:solidFill>
                <a:schemeClr val="lt1"/>
              </a:solidFill>
              <a:latin typeface="Inter"/>
              <a:ea typeface="Inter"/>
              <a:cs typeface="Inter"/>
              <a:sym typeface="Inte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aleurs 6">
  <p:cSld name="SECTION_HEADER_2_1_2_2_1">
    <p:bg>
      <p:bgPr>
        <a:solidFill>
          <a:srgbClr val="EFEFEF"/>
        </a:solidFill>
      </p:bgPr>
    </p:bg>
    <p:spTree>
      <p:nvGrpSpPr>
        <p:cNvPr id="58" name="Shape 58"/>
        <p:cNvGrpSpPr/>
        <p:nvPr/>
      </p:nvGrpSpPr>
      <p:grpSpPr>
        <a:xfrm>
          <a:off x="0" y="0"/>
          <a:ext cx="0" cy="0"/>
          <a:chOff x="0" y="0"/>
          <a:chExt cx="0" cy="0"/>
        </a:xfrm>
      </p:grpSpPr>
      <p:sp>
        <p:nvSpPr>
          <p:cNvPr id="59" name="Google Shape;5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
        <p:nvSpPr>
          <p:cNvPr id="60" name="Google Shape;60;p6"/>
          <p:cNvSpPr txBox="1"/>
          <p:nvPr>
            <p:ph type="title"/>
          </p:nvPr>
        </p:nvSpPr>
        <p:spPr>
          <a:xfrm>
            <a:off x="270900" y="635000"/>
            <a:ext cx="4652700" cy="2061300"/>
          </a:xfrm>
          <a:prstGeom prst="rect">
            <a:avLst/>
          </a:prstGeom>
        </p:spPr>
        <p:txBody>
          <a:bodyPr anchorCtr="0" anchor="ctr" bIns="91425" lIns="0" spcFirstLastPara="1" rIns="91425" wrap="square" tIns="91425">
            <a:noAutofit/>
          </a:bodyPr>
          <a:lstStyle>
            <a:lvl1pPr lvl="0">
              <a:spcBef>
                <a:spcPts val="0"/>
              </a:spcBef>
              <a:spcAft>
                <a:spcPts val="0"/>
              </a:spcAft>
              <a:buSzPts val="2800"/>
              <a:buFont typeface="Syne"/>
              <a:buNone/>
              <a:defRPr b="1">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61" name="Google Shape;61;p6"/>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62" name="Google Shape;62;p6"/>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63" name="Google Shape;63;p6"/>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64" name="Google Shape;64;p6"/>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65" name="Google Shape;65;p6"/>
          <p:cNvSpPr/>
          <p:nvPr/>
        </p:nvSpPr>
        <p:spPr>
          <a:xfrm>
            <a:off x="270900" y="2439400"/>
            <a:ext cx="8561400" cy="2223900"/>
          </a:xfrm>
          <a:prstGeom prst="roundRect">
            <a:avLst>
              <a:gd fmla="val 387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66" name="Google Shape;66;p6"/>
          <p:cNvSpPr txBox="1"/>
          <p:nvPr>
            <p:ph idx="1" type="subTitle"/>
          </p:nvPr>
        </p:nvSpPr>
        <p:spPr>
          <a:xfrm>
            <a:off x="570252" y="2735775"/>
            <a:ext cx="25197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67" name="Google Shape;67;p6"/>
          <p:cNvSpPr txBox="1"/>
          <p:nvPr>
            <p:ph idx="2" type="subTitle"/>
          </p:nvPr>
        </p:nvSpPr>
        <p:spPr>
          <a:xfrm>
            <a:off x="3261545" y="2735775"/>
            <a:ext cx="25197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68" name="Google Shape;68;p6"/>
          <p:cNvSpPr txBox="1"/>
          <p:nvPr>
            <p:ph idx="3" type="subTitle"/>
          </p:nvPr>
        </p:nvSpPr>
        <p:spPr>
          <a:xfrm>
            <a:off x="5952887" y="2735775"/>
            <a:ext cx="25197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69" name="Google Shape;69;p6"/>
          <p:cNvSpPr txBox="1"/>
          <p:nvPr>
            <p:ph idx="4" type="subTitle"/>
          </p:nvPr>
        </p:nvSpPr>
        <p:spPr>
          <a:xfrm>
            <a:off x="3261545" y="3630125"/>
            <a:ext cx="25197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70" name="Google Shape;70;p6"/>
          <p:cNvSpPr txBox="1"/>
          <p:nvPr>
            <p:ph idx="5" type="body"/>
          </p:nvPr>
        </p:nvSpPr>
        <p:spPr>
          <a:xfrm>
            <a:off x="5111525" y="1065175"/>
            <a:ext cx="3720900" cy="11706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71" name="Google Shape;71;p6"/>
          <p:cNvSpPr txBox="1"/>
          <p:nvPr>
            <p:ph idx="6" type="subTitle"/>
          </p:nvPr>
        </p:nvSpPr>
        <p:spPr>
          <a:xfrm>
            <a:off x="570233" y="3630125"/>
            <a:ext cx="2519700" cy="745200"/>
          </a:xfrm>
          <a:prstGeom prst="rect">
            <a:avLst/>
          </a:prstGeom>
        </p:spPr>
        <p:txBody>
          <a:bodyPr anchorCtr="0" anchor="ctr" bIns="91425" lIns="0" spcFirstLastPara="1" rIns="91425" wrap="square" tIns="91425">
            <a:noAutofit/>
          </a:bodyPr>
          <a:lstStyle>
            <a:lvl1pPr lv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
        <p:nvSpPr>
          <p:cNvPr id="72" name="Google Shape;72;p6"/>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Introduction</a:t>
            </a:r>
            <a:endParaRPr sz="900">
              <a:solidFill>
                <a:schemeClr val="lt1"/>
              </a:solidFill>
              <a:latin typeface="Inter"/>
              <a:ea typeface="Inter"/>
              <a:cs typeface="Inter"/>
              <a:sym typeface="Inter"/>
            </a:endParaRPr>
          </a:p>
        </p:txBody>
      </p:sp>
      <p:sp>
        <p:nvSpPr>
          <p:cNvPr id="73" name="Google Shape;73;p6"/>
          <p:cNvSpPr txBox="1"/>
          <p:nvPr>
            <p:ph idx="7" type="subTitle"/>
          </p:nvPr>
        </p:nvSpPr>
        <p:spPr>
          <a:xfrm>
            <a:off x="5952887" y="3630125"/>
            <a:ext cx="2519700" cy="7452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2pPr>
            <a:lvl3pPr lvl="2"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3pPr>
            <a:lvl4pPr lvl="3"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4pPr>
            <a:lvl5pPr lvl="4"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5pPr>
            <a:lvl6pPr lvl="5"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6pPr>
            <a:lvl7pPr lvl="6"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7pPr>
            <a:lvl8pPr lvl="7"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8pPr>
            <a:lvl9pPr lvl="8" rtl="0">
              <a:spcBef>
                <a:spcPts val="0"/>
              </a:spcBef>
              <a:spcAft>
                <a:spcPts val="0"/>
              </a:spcAft>
              <a:buClr>
                <a:srgbClr val="F3F3F3"/>
              </a:buClr>
              <a:buSzPts val="1800"/>
              <a:buFont typeface="Syne"/>
              <a:buNone/>
              <a:defRPr b="1" sz="1800">
                <a:solidFill>
                  <a:srgbClr val="F3F3F3"/>
                </a:solidFill>
                <a:latin typeface="Syne"/>
                <a:ea typeface="Syne"/>
                <a:cs typeface="Syne"/>
                <a:sym typeface="Sy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 puces">
  <p:cSld name="SECTION_HEADER_2_1_1">
    <p:bg>
      <p:bgPr>
        <a:solidFill>
          <a:srgbClr val="EFEFEF"/>
        </a:solidFill>
      </p:bgPr>
    </p:bg>
    <p:spTree>
      <p:nvGrpSpPr>
        <p:cNvPr id="74" name="Shape 74"/>
        <p:cNvGrpSpPr/>
        <p:nvPr/>
      </p:nvGrpSpPr>
      <p:grpSpPr>
        <a:xfrm>
          <a:off x="0" y="0"/>
          <a:ext cx="0" cy="0"/>
          <a:chOff x="0" y="0"/>
          <a:chExt cx="0" cy="0"/>
        </a:xfrm>
      </p:grpSpPr>
      <p:sp>
        <p:nvSpPr>
          <p:cNvPr id="75" name="Google Shape;7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sz="800">
                <a:solidFill>
                  <a:schemeClr val="dk1"/>
                </a:solidFill>
                <a:latin typeface="Syne"/>
                <a:ea typeface="Syne"/>
                <a:cs typeface="Syne"/>
                <a:sym typeface="Syne"/>
              </a:defRPr>
            </a:lvl1pPr>
            <a:lvl2pPr lvl="1" rtl="0">
              <a:buNone/>
              <a:defRPr sz="800">
                <a:solidFill>
                  <a:schemeClr val="dk1"/>
                </a:solidFill>
                <a:latin typeface="Syne"/>
                <a:ea typeface="Syne"/>
                <a:cs typeface="Syne"/>
                <a:sym typeface="Syne"/>
              </a:defRPr>
            </a:lvl2pPr>
            <a:lvl3pPr lvl="2" rtl="0">
              <a:buNone/>
              <a:defRPr sz="800">
                <a:solidFill>
                  <a:schemeClr val="dk1"/>
                </a:solidFill>
                <a:latin typeface="Syne"/>
                <a:ea typeface="Syne"/>
                <a:cs typeface="Syne"/>
                <a:sym typeface="Syne"/>
              </a:defRPr>
            </a:lvl3pPr>
            <a:lvl4pPr lvl="3" rtl="0">
              <a:buNone/>
              <a:defRPr sz="800">
                <a:solidFill>
                  <a:schemeClr val="dk1"/>
                </a:solidFill>
                <a:latin typeface="Syne"/>
                <a:ea typeface="Syne"/>
                <a:cs typeface="Syne"/>
                <a:sym typeface="Syne"/>
              </a:defRPr>
            </a:lvl4pPr>
            <a:lvl5pPr lvl="4" rtl="0">
              <a:buNone/>
              <a:defRPr sz="800">
                <a:solidFill>
                  <a:schemeClr val="dk1"/>
                </a:solidFill>
                <a:latin typeface="Syne"/>
                <a:ea typeface="Syne"/>
                <a:cs typeface="Syne"/>
                <a:sym typeface="Syne"/>
              </a:defRPr>
            </a:lvl5pPr>
            <a:lvl6pPr lvl="5" rtl="0">
              <a:buNone/>
              <a:defRPr sz="800">
                <a:solidFill>
                  <a:schemeClr val="dk1"/>
                </a:solidFill>
                <a:latin typeface="Syne"/>
                <a:ea typeface="Syne"/>
                <a:cs typeface="Syne"/>
                <a:sym typeface="Syne"/>
              </a:defRPr>
            </a:lvl6pPr>
            <a:lvl7pPr lvl="6" rtl="0">
              <a:buNone/>
              <a:defRPr sz="800">
                <a:solidFill>
                  <a:schemeClr val="dk1"/>
                </a:solidFill>
                <a:latin typeface="Syne"/>
                <a:ea typeface="Syne"/>
                <a:cs typeface="Syne"/>
                <a:sym typeface="Syne"/>
              </a:defRPr>
            </a:lvl7pPr>
            <a:lvl8pPr lvl="7" rtl="0">
              <a:buNone/>
              <a:defRPr sz="800">
                <a:solidFill>
                  <a:schemeClr val="dk1"/>
                </a:solidFill>
                <a:latin typeface="Syne"/>
                <a:ea typeface="Syne"/>
                <a:cs typeface="Syne"/>
                <a:sym typeface="Syne"/>
              </a:defRPr>
            </a:lvl8pPr>
            <a:lvl9pPr lvl="8" rtl="0">
              <a:buNone/>
              <a:defRPr sz="800">
                <a:solidFill>
                  <a:schemeClr val="dk1"/>
                </a:solidFill>
                <a:latin typeface="Syne"/>
                <a:ea typeface="Syne"/>
                <a:cs typeface="Syne"/>
                <a:sym typeface="Syne"/>
              </a:defRPr>
            </a:lvl9pPr>
          </a:lstStyle>
          <a:p>
            <a:pPr indent="0" lvl="0" marL="0" rtl="0" algn="r">
              <a:spcBef>
                <a:spcPts val="0"/>
              </a:spcBef>
              <a:spcAft>
                <a:spcPts val="0"/>
              </a:spcAft>
              <a:buNone/>
            </a:pPr>
            <a:fld id="{00000000-1234-1234-1234-123412341234}" type="slidenum">
              <a:rPr lang="fr"/>
              <a:t>‹#›</a:t>
            </a:fld>
            <a:endParaRPr/>
          </a:p>
        </p:txBody>
      </p:sp>
      <p:sp>
        <p:nvSpPr>
          <p:cNvPr id="76" name="Google Shape;76;p7"/>
          <p:cNvSpPr txBox="1"/>
          <p:nvPr>
            <p:ph idx="1" type="body"/>
          </p:nvPr>
        </p:nvSpPr>
        <p:spPr>
          <a:xfrm>
            <a:off x="271500" y="2567675"/>
            <a:ext cx="3442500" cy="2414100"/>
          </a:xfrm>
          <a:prstGeom prst="rect">
            <a:avLst/>
          </a:prstGeom>
        </p:spPr>
        <p:txBody>
          <a:bodyPr anchorCtr="0" anchor="t" bIns="91425" lIns="91425" spcFirstLastPara="1" rIns="91425" wrap="square" tIns="0">
            <a:noAutofit/>
          </a:bodyPr>
          <a:lstStyle>
            <a:lvl1pPr indent="-292100" lvl="0" marL="457200" rtl="0">
              <a:lnSpc>
                <a:spcPct val="115000"/>
              </a:lnSpc>
              <a:spcBef>
                <a:spcPts val="0"/>
              </a:spcBef>
              <a:spcAft>
                <a:spcPts val="0"/>
              </a:spcAft>
              <a:buSzPts val="1000"/>
              <a:buChar char="●"/>
              <a:defRPr sz="1000"/>
            </a:lvl1pPr>
            <a:lvl2pPr indent="-292100" lvl="1" marL="914400" rtl="0">
              <a:lnSpc>
                <a:spcPct val="115000"/>
              </a:lnSpc>
              <a:spcBef>
                <a:spcPts val="0"/>
              </a:spcBef>
              <a:spcAft>
                <a:spcPts val="0"/>
              </a:spcAft>
              <a:buSzPts val="1000"/>
              <a:buChar char="○"/>
              <a:defRPr sz="1000"/>
            </a:lvl2pPr>
            <a:lvl3pPr indent="-292100" lvl="2" marL="1371600" rtl="0">
              <a:lnSpc>
                <a:spcPct val="115000"/>
              </a:lnSpc>
              <a:spcBef>
                <a:spcPts val="0"/>
              </a:spcBef>
              <a:spcAft>
                <a:spcPts val="0"/>
              </a:spcAft>
              <a:buSzPts val="1000"/>
              <a:buChar char="■"/>
              <a:defRPr sz="1000"/>
            </a:lvl3pPr>
            <a:lvl4pPr indent="-292100" lvl="3" marL="1828800" rtl="0">
              <a:lnSpc>
                <a:spcPct val="115000"/>
              </a:lnSpc>
              <a:spcBef>
                <a:spcPts val="0"/>
              </a:spcBef>
              <a:spcAft>
                <a:spcPts val="0"/>
              </a:spcAft>
              <a:buSzPts val="1000"/>
              <a:buChar char="●"/>
              <a:defRPr sz="1000"/>
            </a:lvl4pPr>
            <a:lvl5pPr indent="-292100" lvl="4" marL="2286000" rtl="0">
              <a:lnSpc>
                <a:spcPct val="115000"/>
              </a:lnSpc>
              <a:spcBef>
                <a:spcPts val="0"/>
              </a:spcBef>
              <a:spcAft>
                <a:spcPts val="0"/>
              </a:spcAft>
              <a:buSzPts val="1000"/>
              <a:buChar char="○"/>
              <a:defRPr sz="1000"/>
            </a:lvl5pPr>
            <a:lvl6pPr indent="-292100" lvl="5" marL="2743200" rtl="0">
              <a:lnSpc>
                <a:spcPct val="115000"/>
              </a:lnSpc>
              <a:spcBef>
                <a:spcPts val="0"/>
              </a:spcBef>
              <a:spcAft>
                <a:spcPts val="0"/>
              </a:spcAft>
              <a:buSzPts val="1000"/>
              <a:buChar char="■"/>
              <a:defRPr sz="1000"/>
            </a:lvl6pPr>
            <a:lvl7pPr indent="-292100" lvl="6" marL="3200400" rtl="0">
              <a:lnSpc>
                <a:spcPct val="115000"/>
              </a:lnSpc>
              <a:spcBef>
                <a:spcPts val="0"/>
              </a:spcBef>
              <a:spcAft>
                <a:spcPts val="0"/>
              </a:spcAft>
              <a:buSzPts val="1000"/>
              <a:buChar char="●"/>
              <a:defRPr sz="1000"/>
            </a:lvl7pPr>
            <a:lvl8pPr indent="-292100" lvl="7" marL="3657600" rtl="0">
              <a:lnSpc>
                <a:spcPct val="115000"/>
              </a:lnSpc>
              <a:spcBef>
                <a:spcPts val="0"/>
              </a:spcBef>
              <a:spcAft>
                <a:spcPts val="0"/>
              </a:spcAft>
              <a:buSzPts val="1000"/>
              <a:buChar char="○"/>
              <a:defRPr sz="1000"/>
            </a:lvl8pPr>
            <a:lvl9pPr indent="-292100" lvl="8" marL="4114800" rtl="0">
              <a:lnSpc>
                <a:spcPct val="115000"/>
              </a:lnSpc>
              <a:spcBef>
                <a:spcPts val="0"/>
              </a:spcBef>
              <a:spcAft>
                <a:spcPts val="0"/>
              </a:spcAft>
              <a:buSzPts val="1000"/>
              <a:buChar char="■"/>
              <a:defRPr sz="1000"/>
            </a:lvl9pPr>
          </a:lstStyle>
          <a:p/>
        </p:txBody>
      </p:sp>
      <p:sp>
        <p:nvSpPr>
          <p:cNvPr id="77" name="Google Shape;77;p7"/>
          <p:cNvSpPr txBox="1"/>
          <p:nvPr>
            <p:ph type="title"/>
          </p:nvPr>
        </p:nvSpPr>
        <p:spPr>
          <a:xfrm>
            <a:off x="271500" y="955575"/>
            <a:ext cx="8601000" cy="955800"/>
          </a:xfrm>
          <a:prstGeom prst="rect">
            <a:avLst/>
          </a:prstGeom>
        </p:spPr>
        <p:txBody>
          <a:bodyPr anchorCtr="0" anchor="ctr" bIns="91425" lIns="0" spcFirstLastPara="1" rIns="91425" wrap="square" tIns="91425">
            <a:noAutofit/>
          </a:bodyPr>
          <a:lstStyle>
            <a:lvl1pPr lvl="0" rtl="0">
              <a:spcBef>
                <a:spcPts val="0"/>
              </a:spcBef>
              <a:spcAft>
                <a:spcPts val="0"/>
              </a:spcAft>
              <a:buSzPts val="2800"/>
              <a:buFont typeface="Syne"/>
              <a:buNone/>
              <a:defRPr b="1">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7"/>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79" name="Google Shape;79;p7"/>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80" name="Google Shape;80;p7"/>
          <p:cNvSpPr txBox="1"/>
          <p:nvPr>
            <p:ph idx="2" type="subTitle"/>
          </p:nvPr>
        </p:nvSpPr>
        <p:spPr>
          <a:xfrm>
            <a:off x="271500" y="1786175"/>
            <a:ext cx="5152800" cy="661500"/>
          </a:xfrm>
          <a:prstGeom prst="rect">
            <a:avLst/>
          </a:prstGeom>
        </p:spPr>
        <p:txBody>
          <a:bodyPr anchorCtr="0" anchor="ctr" bIns="91425" lIns="0" spcFirstLastPara="1" rIns="91425" wrap="square" tIns="91425">
            <a:noAutofit/>
          </a:bodyPr>
          <a:lstStyle>
            <a:lvl1pPr lvl="0">
              <a:spcBef>
                <a:spcPts val="0"/>
              </a:spcBef>
              <a:spcAft>
                <a:spcPts val="0"/>
              </a:spcAft>
              <a:buSzPts val="1300"/>
              <a:buNone/>
              <a:defRPr b="1" sz="1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7"/>
          <p:cNvSpPr txBox="1"/>
          <p:nvPr>
            <p:ph idx="3" type="body"/>
          </p:nvPr>
        </p:nvSpPr>
        <p:spPr>
          <a:xfrm>
            <a:off x="4314275" y="2567675"/>
            <a:ext cx="3442500" cy="2414100"/>
          </a:xfrm>
          <a:prstGeom prst="rect">
            <a:avLst/>
          </a:prstGeom>
        </p:spPr>
        <p:txBody>
          <a:bodyPr anchorCtr="0" anchor="t" bIns="91425" lIns="91425" spcFirstLastPara="1" rIns="91425" wrap="square" tIns="0">
            <a:noAutofit/>
          </a:bodyPr>
          <a:lstStyle>
            <a:lvl1pPr indent="-292100" lvl="0" marL="457200" rtl="0">
              <a:lnSpc>
                <a:spcPct val="115000"/>
              </a:lnSpc>
              <a:spcBef>
                <a:spcPts val="0"/>
              </a:spcBef>
              <a:spcAft>
                <a:spcPts val="0"/>
              </a:spcAft>
              <a:buSzPts val="1000"/>
              <a:buChar char="●"/>
              <a:defRPr sz="1000"/>
            </a:lvl1pPr>
            <a:lvl2pPr indent="-292100" lvl="1" marL="914400" rtl="0">
              <a:lnSpc>
                <a:spcPct val="115000"/>
              </a:lnSpc>
              <a:spcBef>
                <a:spcPts val="0"/>
              </a:spcBef>
              <a:spcAft>
                <a:spcPts val="0"/>
              </a:spcAft>
              <a:buSzPts val="1000"/>
              <a:buChar char="○"/>
              <a:defRPr sz="1000"/>
            </a:lvl2pPr>
            <a:lvl3pPr indent="-292100" lvl="2" marL="1371600" rtl="0">
              <a:lnSpc>
                <a:spcPct val="115000"/>
              </a:lnSpc>
              <a:spcBef>
                <a:spcPts val="0"/>
              </a:spcBef>
              <a:spcAft>
                <a:spcPts val="0"/>
              </a:spcAft>
              <a:buSzPts val="1000"/>
              <a:buChar char="■"/>
              <a:defRPr sz="1000"/>
            </a:lvl3pPr>
            <a:lvl4pPr indent="-292100" lvl="3" marL="1828800" rtl="0">
              <a:lnSpc>
                <a:spcPct val="115000"/>
              </a:lnSpc>
              <a:spcBef>
                <a:spcPts val="0"/>
              </a:spcBef>
              <a:spcAft>
                <a:spcPts val="0"/>
              </a:spcAft>
              <a:buSzPts val="1000"/>
              <a:buChar char="●"/>
              <a:defRPr sz="1000"/>
            </a:lvl4pPr>
            <a:lvl5pPr indent="-292100" lvl="4" marL="2286000" rtl="0">
              <a:lnSpc>
                <a:spcPct val="115000"/>
              </a:lnSpc>
              <a:spcBef>
                <a:spcPts val="0"/>
              </a:spcBef>
              <a:spcAft>
                <a:spcPts val="0"/>
              </a:spcAft>
              <a:buSzPts val="1000"/>
              <a:buChar char="○"/>
              <a:defRPr sz="1000"/>
            </a:lvl5pPr>
            <a:lvl6pPr indent="-292100" lvl="5" marL="2743200" rtl="0">
              <a:lnSpc>
                <a:spcPct val="115000"/>
              </a:lnSpc>
              <a:spcBef>
                <a:spcPts val="0"/>
              </a:spcBef>
              <a:spcAft>
                <a:spcPts val="0"/>
              </a:spcAft>
              <a:buSzPts val="1000"/>
              <a:buChar char="■"/>
              <a:defRPr sz="1000"/>
            </a:lvl6pPr>
            <a:lvl7pPr indent="-292100" lvl="6" marL="3200400" rtl="0">
              <a:lnSpc>
                <a:spcPct val="115000"/>
              </a:lnSpc>
              <a:spcBef>
                <a:spcPts val="0"/>
              </a:spcBef>
              <a:spcAft>
                <a:spcPts val="0"/>
              </a:spcAft>
              <a:buSzPts val="1000"/>
              <a:buChar char="●"/>
              <a:defRPr sz="1000"/>
            </a:lvl7pPr>
            <a:lvl8pPr indent="-292100" lvl="7" marL="3657600" rtl="0">
              <a:lnSpc>
                <a:spcPct val="115000"/>
              </a:lnSpc>
              <a:spcBef>
                <a:spcPts val="0"/>
              </a:spcBef>
              <a:spcAft>
                <a:spcPts val="0"/>
              </a:spcAft>
              <a:buSzPts val="1000"/>
              <a:buChar char="○"/>
              <a:defRPr sz="1000"/>
            </a:lvl8pPr>
            <a:lvl9pPr indent="-292100" lvl="8" marL="4114800" rtl="0">
              <a:lnSpc>
                <a:spcPct val="115000"/>
              </a:lnSpc>
              <a:spcBef>
                <a:spcPts val="0"/>
              </a:spcBef>
              <a:spcAft>
                <a:spcPts val="0"/>
              </a:spcAft>
              <a:buSzPts val="1000"/>
              <a:buChar char="■"/>
              <a:defRPr sz="1000"/>
            </a:lvl9pPr>
          </a:lstStyle>
          <a:p/>
        </p:txBody>
      </p:sp>
      <p:sp>
        <p:nvSpPr>
          <p:cNvPr id="82" name="Google Shape;82;p7"/>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83" name="Google Shape;83;p7"/>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 photo">
  <p:cSld name="SECTION_HEADER_2_1_1_2">
    <p:bg>
      <p:bgPr>
        <a:solidFill>
          <a:srgbClr val="EFEFEF"/>
        </a:solidFill>
      </p:bgPr>
    </p:bg>
    <p:spTree>
      <p:nvGrpSpPr>
        <p:cNvPr id="84" name="Shape 84"/>
        <p:cNvGrpSpPr/>
        <p:nvPr/>
      </p:nvGrpSpPr>
      <p:grpSpPr>
        <a:xfrm>
          <a:off x="0" y="0"/>
          <a:ext cx="0" cy="0"/>
          <a:chOff x="0" y="0"/>
          <a:chExt cx="0" cy="0"/>
        </a:xfrm>
      </p:grpSpPr>
      <p:sp>
        <p:nvSpPr>
          <p:cNvPr id="85" name="Google Shape;8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sz="800">
                <a:solidFill>
                  <a:schemeClr val="dk1"/>
                </a:solidFill>
                <a:latin typeface="Syne"/>
                <a:ea typeface="Syne"/>
                <a:cs typeface="Syne"/>
                <a:sym typeface="Syne"/>
              </a:defRPr>
            </a:lvl1pPr>
            <a:lvl2pPr lvl="1" rtl="0">
              <a:buNone/>
              <a:defRPr sz="800">
                <a:solidFill>
                  <a:schemeClr val="dk1"/>
                </a:solidFill>
                <a:latin typeface="Syne"/>
                <a:ea typeface="Syne"/>
                <a:cs typeface="Syne"/>
                <a:sym typeface="Syne"/>
              </a:defRPr>
            </a:lvl2pPr>
            <a:lvl3pPr lvl="2" rtl="0">
              <a:buNone/>
              <a:defRPr sz="800">
                <a:solidFill>
                  <a:schemeClr val="dk1"/>
                </a:solidFill>
                <a:latin typeface="Syne"/>
                <a:ea typeface="Syne"/>
                <a:cs typeface="Syne"/>
                <a:sym typeface="Syne"/>
              </a:defRPr>
            </a:lvl3pPr>
            <a:lvl4pPr lvl="3" rtl="0">
              <a:buNone/>
              <a:defRPr sz="800">
                <a:solidFill>
                  <a:schemeClr val="dk1"/>
                </a:solidFill>
                <a:latin typeface="Syne"/>
                <a:ea typeface="Syne"/>
                <a:cs typeface="Syne"/>
                <a:sym typeface="Syne"/>
              </a:defRPr>
            </a:lvl4pPr>
            <a:lvl5pPr lvl="4" rtl="0">
              <a:buNone/>
              <a:defRPr sz="800">
                <a:solidFill>
                  <a:schemeClr val="dk1"/>
                </a:solidFill>
                <a:latin typeface="Syne"/>
                <a:ea typeface="Syne"/>
                <a:cs typeface="Syne"/>
                <a:sym typeface="Syne"/>
              </a:defRPr>
            </a:lvl5pPr>
            <a:lvl6pPr lvl="5" rtl="0">
              <a:buNone/>
              <a:defRPr sz="800">
                <a:solidFill>
                  <a:schemeClr val="dk1"/>
                </a:solidFill>
                <a:latin typeface="Syne"/>
                <a:ea typeface="Syne"/>
                <a:cs typeface="Syne"/>
                <a:sym typeface="Syne"/>
              </a:defRPr>
            </a:lvl6pPr>
            <a:lvl7pPr lvl="6" rtl="0">
              <a:buNone/>
              <a:defRPr sz="800">
                <a:solidFill>
                  <a:schemeClr val="dk1"/>
                </a:solidFill>
                <a:latin typeface="Syne"/>
                <a:ea typeface="Syne"/>
                <a:cs typeface="Syne"/>
                <a:sym typeface="Syne"/>
              </a:defRPr>
            </a:lvl7pPr>
            <a:lvl8pPr lvl="7" rtl="0">
              <a:buNone/>
              <a:defRPr sz="800">
                <a:solidFill>
                  <a:schemeClr val="dk1"/>
                </a:solidFill>
                <a:latin typeface="Syne"/>
                <a:ea typeface="Syne"/>
                <a:cs typeface="Syne"/>
                <a:sym typeface="Syne"/>
              </a:defRPr>
            </a:lvl8pPr>
            <a:lvl9pPr lvl="8" rtl="0">
              <a:buNone/>
              <a:defRPr sz="800">
                <a:solidFill>
                  <a:schemeClr val="dk1"/>
                </a:solidFill>
                <a:latin typeface="Syne"/>
                <a:ea typeface="Syne"/>
                <a:cs typeface="Syne"/>
                <a:sym typeface="Syne"/>
              </a:defRPr>
            </a:lvl9pPr>
          </a:lstStyle>
          <a:p>
            <a:pPr indent="0" lvl="0" marL="0" rtl="0" algn="r">
              <a:spcBef>
                <a:spcPts val="0"/>
              </a:spcBef>
              <a:spcAft>
                <a:spcPts val="0"/>
              </a:spcAft>
              <a:buNone/>
            </a:pPr>
            <a:fld id="{00000000-1234-1234-1234-123412341234}" type="slidenum">
              <a:rPr lang="fr"/>
              <a:t>‹#›</a:t>
            </a:fld>
            <a:endParaRPr/>
          </a:p>
        </p:txBody>
      </p:sp>
      <p:sp>
        <p:nvSpPr>
          <p:cNvPr id="86" name="Google Shape;86;p8"/>
          <p:cNvSpPr txBox="1"/>
          <p:nvPr>
            <p:ph idx="1" type="body"/>
          </p:nvPr>
        </p:nvSpPr>
        <p:spPr>
          <a:xfrm>
            <a:off x="271500" y="3113950"/>
            <a:ext cx="3442500" cy="1867800"/>
          </a:xfrm>
          <a:prstGeom prst="rect">
            <a:avLst/>
          </a:prstGeom>
        </p:spPr>
        <p:txBody>
          <a:bodyPr anchorCtr="0" anchor="t" bIns="91425" lIns="91425" spcFirstLastPara="1" rIns="91425" wrap="square" tIns="0">
            <a:noAutofit/>
          </a:bodyPr>
          <a:lstStyle>
            <a:lvl1pPr indent="-292100" lvl="0" marL="457200" rtl="0">
              <a:lnSpc>
                <a:spcPct val="115000"/>
              </a:lnSpc>
              <a:spcBef>
                <a:spcPts val="0"/>
              </a:spcBef>
              <a:spcAft>
                <a:spcPts val="0"/>
              </a:spcAft>
              <a:buSzPts val="1000"/>
              <a:buChar char="●"/>
              <a:defRPr sz="1000"/>
            </a:lvl1pPr>
            <a:lvl2pPr indent="-292100" lvl="1" marL="914400" rtl="0">
              <a:lnSpc>
                <a:spcPct val="115000"/>
              </a:lnSpc>
              <a:spcBef>
                <a:spcPts val="0"/>
              </a:spcBef>
              <a:spcAft>
                <a:spcPts val="0"/>
              </a:spcAft>
              <a:buSzPts val="1000"/>
              <a:buChar char="○"/>
              <a:defRPr sz="1000"/>
            </a:lvl2pPr>
            <a:lvl3pPr indent="-292100" lvl="2" marL="1371600" rtl="0">
              <a:lnSpc>
                <a:spcPct val="115000"/>
              </a:lnSpc>
              <a:spcBef>
                <a:spcPts val="0"/>
              </a:spcBef>
              <a:spcAft>
                <a:spcPts val="0"/>
              </a:spcAft>
              <a:buSzPts val="1000"/>
              <a:buChar char="■"/>
              <a:defRPr sz="1000"/>
            </a:lvl3pPr>
            <a:lvl4pPr indent="-292100" lvl="3" marL="1828800" rtl="0">
              <a:lnSpc>
                <a:spcPct val="115000"/>
              </a:lnSpc>
              <a:spcBef>
                <a:spcPts val="0"/>
              </a:spcBef>
              <a:spcAft>
                <a:spcPts val="0"/>
              </a:spcAft>
              <a:buSzPts val="1000"/>
              <a:buChar char="●"/>
              <a:defRPr sz="1000"/>
            </a:lvl4pPr>
            <a:lvl5pPr indent="-292100" lvl="4" marL="2286000" rtl="0">
              <a:lnSpc>
                <a:spcPct val="115000"/>
              </a:lnSpc>
              <a:spcBef>
                <a:spcPts val="0"/>
              </a:spcBef>
              <a:spcAft>
                <a:spcPts val="0"/>
              </a:spcAft>
              <a:buSzPts val="1000"/>
              <a:buChar char="○"/>
              <a:defRPr sz="1000"/>
            </a:lvl5pPr>
            <a:lvl6pPr indent="-292100" lvl="5" marL="2743200" rtl="0">
              <a:lnSpc>
                <a:spcPct val="115000"/>
              </a:lnSpc>
              <a:spcBef>
                <a:spcPts val="0"/>
              </a:spcBef>
              <a:spcAft>
                <a:spcPts val="0"/>
              </a:spcAft>
              <a:buSzPts val="1000"/>
              <a:buChar char="■"/>
              <a:defRPr sz="1000"/>
            </a:lvl6pPr>
            <a:lvl7pPr indent="-292100" lvl="6" marL="3200400" rtl="0">
              <a:lnSpc>
                <a:spcPct val="115000"/>
              </a:lnSpc>
              <a:spcBef>
                <a:spcPts val="0"/>
              </a:spcBef>
              <a:spcAft>
                <a:spcPts val="0"/>
              </a:spcAft>
              <a:buSzPts val="1000"/>
              <a:buChar char="●"/>
              <a:defRPr sz="1000"/>
            </a:lvl7pPr>
            <a:lvl8pPr indent="-292100" lvl="7" marL="3657600" rtl="0">
              <a:lnSpc>
                <a:spcPct val="115000"/>
              </a:lnSpc>
              <a:spcBef>
                <a:spcPts val="0"/>
              </a:spcBef>
              <a:spcAft>
                <a:spcPts val="0"/>
              </a:spcAft>
              <a:buSzPts val="1000"/>
              <a:buChar char="○"/>
              <a:defRPr sz="1000"/>
            </a:lvl8pPr>
            <a:lvl9pPr indent="-292100" lvl="8" marL="4114800" rtl="0">
              <a:lnSpc>
                <a:spcPct val="115000"/>
              </a:lnSpc>
              <a:spcBef>
                <a:spcPts val="0"/>
              </a:spcBef>
              <a:spcAft>
                <a:spcPts val="0"/>
              </a:spcAft>
              <a:buSzPts val="1000"/>
              <a:buChar char="■"/>
              <a:defRPr sz="1000"/>
            </a:lvl9pPr>
          </a:lstStyle>
          <a:p/>
        </p:txBody>
      </p:sp>
      <p:sp>
        <p:nvSpPr>
          <p:cNvPr id="87" name="Google Shape;87;p8"/>
          <p:cNvSpPr txBox="1"/>
          <p:nvPr>
            <p:ph type="title"/>
          </p:nvPr>
        </p:nvSpPr>
        <p:spPr>
          <a:xfrm>
            <a:off x="271500" y="955575"/>
            <a:ext cx="4371900" cy="955800"/>
          </a:xfrm>
          <a:prstGeom prst="rect">
            <a:avLst/>
          </a:prstGeom>
        </p:spPr>
        <p:txBody>
          <a:bodyPr anchorCtr="0" anchor="ctr" bIns="91425" lIns="0" spcFirstLastPara="1" rIns="91425" wrap="square" tIns="91425">
            <a:noAutofit/>
          </a:bodyPr>
          <a:lstStyle>
            <a:lvl1pPr lvl="0" rtl="0">
              <a:spcBef>
                <a:spcPts val="0"/>
              </a:spcBef>
              <a:spcAft>
                <a:spcPts val="0"/>
              </a:spcAft>
              <a:buSzPts val="2800"/>
              <a:buFont typeface="Syne"/>
              <a:buNone/>
              <a:defRPr b="1">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8" name="Google Shape;88;p8"/>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89" name="Google Shape;89;p8"/>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90" name="Google Shape;90;p8"/>
          <p:cNvSpPr txBox="1"/>
          <p:nvPr>
            <p:ph idx="2" type="subTitle"/>
          </p:nvPr>
        </p:nvSpPr>
        <p:spPr>
          <a:xfrm>
            <a:off x="271500" y="2181913"/>
            <a:ext cx="3208800" cy="661500"/>
          </a:xfrm>
          <a:prstGeom prst="rect">
            <a:avLst/>
          </a:prstGeom>
        </p:spPr>
        <p:txBody>
          <a:bodyPr anchorCtr="0" anchor="ctr" bIns="91425" lIns="0" spcFirstLastPara="1" rIns="91425" wrap="square" tIns="91425">
            <a:noAutofit/>
          </a:bodyPr>
          <a:lstStyle>
            <a:lvl1pPr lvl="0" rtl="0">
              <a:spcBef>
                <a:spcPts val="0"/>
              </a:spcBef>
              <a:spcAft>
                <a:spcPts val="0"/>
              </a:spcAft>
              <a:buSzPts val="1300"/>
              <a:buNone/>
              <a:defRPr b="1" sz="13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1" name="Google Shape;91;p8"/>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92" name="Google Shape;92;p8"/>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93" name="Google Shape;93;p8"/>
          <p:cNvSpPr/>
          <p:nvPr>
            <p:ph idx="3" type="pic"/>
          </p:nvPr>
        </p:nvSpPr>
        <p:spPr>
          <a:xfrm>
            <a:off x="5165475" y="696050"/>
            <a:ext cx="3666900" cy="4020600"/>
          </a:xfrm>
          <a:prstGeom prst="roundRect">
            <a:avLst>
              <a:gd fmla="val 2050" name="adj"/>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explicatif italic">
  <p:cSld name="SECTION_HEADER_2_1_1_1">
    <p:bg>
      <p:bgPr>
        <a:solidFill>
          <a:srgbClr val="EFEFEF"/>
        </a:solidFill>
      </p:bgPr>
    </p:bg>
    <p:spTree>
      <p:nvGrpSpPr>
        <p:cNvPr id="94" name="Shape 94"/>
        <p:cNvGrpSpPr/>
        <p:nvPr/>
      </p:nvGrpSpPr>
      <p:grpSpPr>
        <a:xfrm>
          <a:off x="0" y="0"/>
          <a:ext cx="0" cy="0"/>
          <a:chOff x="0" y="0"/>
          <a:chExt cx="0" cy="0"/>
        </a:xfrm>
      </p:grpSpPr>
      <p:sp>
        <p:nvSpPr>
          <p:cNvPr id="95" name="Google Shape;9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sz="800">
                <a:solidFill>
                  <a:schemeClr val="dk1"/>
                </a:solidFill>
                <a:latin typeface="Syne"/>
                <a:ea typeface="Syne"/>
                <a:cs typeface="Syne"/>
                <a:sym typeface="Syne"/>
              </a:defRPr>
            </a:lvl1pPr>
            <a:lvl2pPr lvl="1" rtl="0">
              <a:buNone/>
              <a:defRPr sz="800">
                <a:solidFill>
                  <a:schemeClr val="dk1"/>
                </a:solidFill>
                <a:latin typeface="Syne"/>
                <a:ea typeface="Syne"/>
                <a:cs typeface="Syne"/>
                <a:sym typeface="Syne"/>
              </a:defRPr>
            </a:lvl2pPr>
            <a:lvl3pPr lvl="2" rtl="0">
              <a:buNone/>
              <a:defRPr sz="800">
                <a:solidFill>
                  <a:schemeClr val="dk1"/>
                </a:solidFill>
                <a:latin typeface="Syne"/>
                <a:ea typeface="Syne"/>
                <a:cs typeface="Syne"/>
                <a:sym typeface="Syne"/>
              </a:defRPr>
            </a:lvl3pPr>
            <a:lvl4pPr lvl="3" rtl="0">
              <a:buNone/>
              <a:defRPr sz="800">
                <a:solidFill>
                  <a:schemeClr val="dk1"/>
                </a:solidFill>
                <a:latin typeface="Syne"/>
                <a:ea typeface="Syne"/>
                <a:cs typeface="Syne"/>
                <a:sym typeface="Syne"/>
              </a:defRPr>
            </a:lvl4pPr>
            <a:lvl5pPr lvl="4" rtl="0">
              <a:buNone/>
              <a:defRPr sz="800">
                <a:solidFill>
                  <a:schemeClr val="dk1"/>
                </a:solidFill>
                <a:latin typeface="Syne"/>
                <a:ea typeface="Syne"/>
                <a:cs typeface="Syne"/>
                <a:sym typeface="Syne"/>
              </a:defRPr>
            </a:lvl5pPr>
            <a:lvl6pPr lvl="5" rtl="0">
              <a:buNone/>
              <a:defRPr sz="800">
                <a:solidFill>
                  <a:schemeClr val="dk1"/>
                </a:solidFill>
                <a:latin typeface="Syne"/>
                <a:ea typeface="Syne"/>
                <a:cs typeface="Syne"/>
                <a:sym typeface="Syne"/>
              </a:defRPr>
            </a:lvl6pPr>
            <a:lvl7pPr lvl="6" rtl="0">
              <a:buNone/>
              <a:defRPr sz="800">
                <a:solidFill>
                  <a:schemeClr val="dk1"/>
                </a:solidFill>
                <a:latin typeface="Syne"/>
                <a:ea typeface="Syne"/>
                <a:cs typeface="Syne"/>
                <a:sym typeface="Syne"/>
              </a:defRPr>
            </a:lvl7pPr>
            <a:lvl8pPr lvl="7" rtl="0">
              <a:buNone/>
              <a:defRPr sz="800">
                <a:solidFill>
                  <a:schemeClr val="dk1"/>
                </a:solidFill>
                <a:latin typeface="Syne"/>
                <a:ea typeface="Syne"/>
                <a:cs typeface="Syne"/>
                <a:sym typeface="Syne"/>
              </a:defRPr>
            </a:lvl8pPr>
            <a:lvl9pPr lvl="8" rtl="0">
              <a:buNone/>
              <a:defRPr sz="800">
                <a:solidFill>
                  <a:schemeClr val="dk1"/>
                </a:solidFill>
                <a:latin typeface="Syne"/>
                <a:ea typeface="Syne"/>
                <a:cs typeface="Syne"/>
                <a:sym typeface="Syne"/>
              </a:defRPr>
            </a:lvl9pPr>
          </a:lstStyle>
          <a:p>
            <a:pPr indent="0" lvl="0" marL="0" rtl="0" algn="r">
              <a:spcBef>
                <a:spcPts val="0"/>
              </a:spcBef>
              <a:spcAft>
                <a:spcPts val="0"/>
              </a:spcAft>
              <a:buNone/>
            </a:pPr>
            <a:fld id="{00000000-1234-1234-1234-123412341234}" type="slidenum">
              <a:rPr lang="fr"/>
              <a:t>‹#›</a:t>
            </a:fld>
            <a:endParaRPr/>
          </a:p>
        </p:txBody>
      </p:sp>
      <p:sp>
        <p:nvSpPr>
          <p:cNvPr id="96" name="Google Shape;96;p9"/>
          <p:cNvSpPr txBox="1"/>
          <p:nvPr>
            <p:ph type="title"/>
          </p:nvPr>
        </p:nvSpPr>
        <p:spPr>
          <a:xfrm>
            <a:off x="2874050" y="1381850"/>
            <a:ext cx="4837200" cy="955800"/>
          </a:xfrm>
          <a:prstGeom prst="rect">
            <a:avLst/>
          </a:prstGeom>
        </p:spPr>
        <p:txBody>
          <a:bodyPr anchorCtr="0" anchor="ctr" bIns="91425" lIns="0" spcFirstLastPara="1" rIns="91425" wrap="square" tIns="91425">
            <a:noAutofit/>
          </a:bodyPr>
          <a:lstStyle>
            <a:lvl1pPr lvl="0" rtl="0">
              <a:spcBef>
                <a:spcPts val="0"/>
              </a:spcBef>
              <a:spcAft>
                <a:spcPts val="0"/>
              </a:spcAft>
              <a:buSzPts val="2800"/>
              <a:buFont typeface="Syne"/>
              <a:buNone/>
              <a:defRPr b="1">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7" name="Google Shape;97;p9"/>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98" name="Google Shape;98;p9"/>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99" name="Google Shape;99;p9"/>
          <p:cNvSpPr txBox="1"/>
          <p:nvPr>
            <p:ph idx="1" type="subTitle"/>
          </p:nvPr>
        </p:nvSpPr>
        <p:spPr>
          <a:xfrm>
            <a:off x="2874050" y="823250"/>
            <a:ext cx="2898000" cy="661500"/>
          </a:xfrm>
          <a:prstGeom prst="rect">
            <a:avLst/>
          </a:prstGeom>
        </p:spPr>
        <p:txBody>
          <a:bodyPr anchorCtr="0" anchor="ctr" bIns="91425" lIns="0" spcFirstLastPara="1" rIns="91425" wrap="square" tIns="91425">
            <a:noAutofit/>
          </a:bodyPr>
          <a:lstStyle>
            <a:lvl1pPr lvl="0" rtl="0">
              <a:spcBef>
                <a:spcPts val="0"/>
              </a:spcBef>
              <a:spcAft>
                <a:spcPts val="0"/>
              </a:spcAft>
              <a:buSzPts val="1300"/>
              <a:buNone/>
              <a:defRPr b="1" sz="13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0" name="Google Shape;100;p9"/>
          <p:cNvSpPr txBox="1"/>
          <p:nvPr>
            <p:ph idx="2" type="body"/>
          </p:nvPr>
        </p:nvSpPr>
        <p:spPr>
          <a:xfrm>
            <a:off x="2874303" y="2406625"/>
            <a:ext cx="4836600" cy="2256600"/>
          </a:xfrm>
          <a:prstGeom prst="rect">
            <a:avLst/>
          </a:prstGeom>
        </p:spPr>
        <p:txBody>
          <a:bodyPr anchorCtr="0" anchor="ctr" bIns="91425" lIns="0" spcFirstLastPara="1" rIns="91425" wrap="square" tIns="91425">
            <a:noAutofit/>
          </a:bodyPr>
          <a:lstStyle>
            <a:lvl1pPr indent="-298450" lvl="0" marL="457200">
              <a:spcBef>
                <a:spcPts val="0"/>
              </a:spcBef>
              <a:spcAft>
                <a:spcPts val="0"/>
              </a:spcAft>
              <a:buSzPts val="1100"/>
              <a:buFont typeface="Inter Medium"/>
              <a:buChar char="●"/>
              <a:defRPr sz="1100">
                <a:latin typeface="Inter Medium"/>
                <a:ea typeface="Inter Medium"/>
                <a:cs typeface="Inter Medium"/>
                <a:sym typeface="Inter Medium"/>
              </a:defRPr>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01" name="Google Shape;101;p9"/>
          <p:cNvSpPr/>
          <p:nvPr/>
        </p:nvSpPr>
        <p:spPr>
          <a:xfrm>
            <a:off x="270900" y="610200"/>
            <a:ext cx="2243100" cy="4276800"/>
          </a:xfrm>
          <a:prstGeom prst="roundRect">
            <a:avLst>
              <a:gd fmla="val 2441"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02" name="Google Shape;102;p9"/>
          <p:cNvSpPr txBox="1"/>
          <p:nvPr>
            <p:ph idx="3" type="title"/>
          </p:nvPr>
        </p:nvSpPr>
        <p:spPr>
          <a:xfrm>
            <a:off x="429600" y="3579675"/>
            <a:ext cx="1925700" cy="12558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3F3F3"/>
              </a:buClr>
              <a:buSzPts val="4100"/>
              <a:buFont typeface="Syne"/>
              <a:buNone/>
              <a:defRPr b="1" sz="4100">
                <a:solidFill>
                  <a:srgbClr val="F3F3F3"/>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9"/>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04" name="Google Shape;104;p9"/>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régulier">
  <p:cSld name="SECTION_HEADER_2_1_1_1_1">
    <p:bg>
      <p:bgPr>
        <a:solidFill>
          <a:srgbClr val="EFEFEF"/>
        </a:solidFill>
      </p:bgPr>
    </p:bg>
    <p:spTree>
      <p:nvGrpSpPr>
        <p:cNvPr id="105" name="Shape 105"/>
        <p:cNvGrpSpPr/>
        <p:nvPr/>
      </p:nvGrpSpPr>
      <p:grpSpPr>
        <a:xfrm>
          <a:off x="0" y="0"/>
          <a:ext cx="0" cy="0"/>
          <a:chOff x="0" y="0"/>
          <a:chExt cx="0" cy="0"/>
        </a:xfrm>
      </p:grpSpPr>
      <p:sp>
        <p:nvSpPr>
          <p:cNvPr id="106" name="Google Shape;106;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sz="800">
                <a:solidFill>
                  <a:schemeClr val="dk1"/>
                </a:solidFill>
                <a:latin typeface="Syne"/>
                <a:ea typeface="Syne"/>
                <a:cs typeface="Syne"/>
                <a:sym typeface="Syne"/>
              </a:defRPr>
            </a:lvl1pPr>
            <a:lvl2pPr lvl="1" rtl="0">
              <a:buNone/>
              <a:defRPr sz="800">
                <a:solidFill>
                  <a:schemeClr val="dk1"/>
                </a:solidFill>
                <a:latin typeface="Syne"/>
                <a:ea typeface="Syne"/>
                <a:cs typeface="Syne"/>
                <a:sym typeface="Syne"/>
              </a:defRPr>
            </a:lvl2pPr>
            <a:lvl3pPr lvl="2" rtl="0">
              <a:buNone/>
              <a:defRPr sz="800">
                <a:solidFill>
                  <a:schemeClr val="dk1"/>
                </a:solidFill>
                <a:latin typeface="Syne"/>
                <a:ea typeface="Syne"/>
                <a:cs typeface="Syne"/>
                <a:sym typeface="Syne"/>
              </a:defRPr>
            </a:lvl3pPr>
            <a:lvl4pPr lvl="3" rtl="0">
              <a:buNone/>
              <a:defRPr sz="800">
                <a:solidFill>
                  <a:schemeClr val="dk1"/>
                </a:solidFill>
                <a:latin typeface="Syne"/>
                <a:ea typeface="Syne"/>
                <a:cs typeface="Syne"/>
                <a:sym typeface="Syne"/>
              </a:defRPr>
            </a:lvl4pPr>
            <a:lvl5pPr lvl="4" rtl="0">
              <a:buNone/>
              <a:defRPr sz="800">
                <a:solidFill>
                  <a:schemeClr val="dk1"/>
                </a:solidFill>
                <a:latin typeface="Syne"/>
                <a:ea typeface="Syne"/>
                <a:cs typeface="Syne"/>
                <a:sym typeface="Syne"/>
              </a:defRPr>
            </a:lvl5pPr>
            <a:lvl6pPr lvl="5" rtl="0">
              <a:buNone/>
              <a:defRPr sz="800">
                <a:solidFill>
                  <a:schemeClr val="dk1"/>
                </a:solidFill>
                <a:latin typeface="Syne"/>
                <a:ea typeface="Syne"/>
                <a:cs typeface="Syne"/>
                <a:sym typeface="Syne"/>
              </a:defRPr>
            </a:lvl6pPr>
            <a:lvl7pPr lvl="6" rtl="0">
              <a:buNone/>
              <a:defRPr sz="800">
                <a:solidFill>
                  <a:schemeClr val="dk1"/>
                </a:solidFill>
                <a:latin typeface="Syne"/>
                <a:ea typeface="Syne"/>
                <a:cs typeface="Syne"/>
                <a:sym typeface="Syne"/>
              </a:defRPr>
            </a:lvl7pPr>
            <a:lvl8pPr lvl="7" rtl="0">
              <a:buNone/>
              <a:defRPr sz="800">
                <a:solidFill>
                  <a:schemeClr val="dk1"/>
                </a:solidFill>
                <a:latin typeface="Syne"/>
                <a:ea typeface="Syne"/>
                <a:cs typeface="Syne"/>
                <a:sym typeface="Syne"/>
              </a:defRPr>
            </a:lvl8pPr>
            <a:lvl9pPr lvl="8" rtl="0">
              <a:buNone/>
              <a:defRPr sz="800">
                <a:solidFill>
                  <a:schemeClr val="dk1"/>
                </a:solidFill>
                <a:latin typeface="Syne"/>
                <a:ea typeface="Syne"/>
                <a:cs typeface="Syne"/>
                <a:sym typeface="Syne"/>
              </a:defRPr>
            </a:lvl9pPr>
          </a:lstStyle>
          <a:p>
            <a:pPr indent="0" lvl="0" marL="0" rtl="0" algn="r">
              <a:spcBef>
                <a:spcPts val="0"/>
              </a:spcBef>
              <a:spcAft>
                <a:spcPts val="0"/>
              </a:spcAft>
              <a:buNone/>
            </a:pPr>
            <a:fld id="{00000000-1234-1234-1234-123412341234}" type="slidenum">
              <a:rPr lang="fr"/>
              <a:t>‹#›</a:t>
            </a:fld>
            <a:endParaRPr/>
          </a:p>
        </p:txBody>
      </p:sp>
      <p:sp>
        <p:nvSpPr>
          <p:cNvPr id="107" name="Google Shape;107;p10"/>
          <p:cNvSpPr txBox="1"/>
          <p:nvPr>
            <p:ph type="title"/>
          </p:nvPr>
        </p:nvSpPr>
        <p:spPr>
          <a:xfrm>
            <a:off x="271500" y="1381850"/>
            <a:ext cx="8601000" cy="955800"/>
          </a:xfrm>
          <a:prstGeom prst="rect">
            <a:avLst/>
          </a:prstGeom>
        </p:spPr>
        <p:txBody>
          <a:bodyPr anchorCtr="0" anchor="ctr" bIns="91425" lIns="0" spcFirstLastPara="1" rIns="91425" wrap="square" tIns="91425">
            <a:noAutofit/>
          </a:bodyPr>
          <a:lstStyle>
            <a:lvl1pPr lvl="0" rtl="0">
              <a:spcBef>
                <a:spcPts val="0"/>
              </a:spcBef>
              <a:spcAft>
                <a:spcPts val="0"/>
              </a:spcAft>
              <a:buSzPts val="2800"/>
              <a:buFont typeface="Syne"/>
              <a:buNone/>
              <a:defRPr b="1">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08" name="Google Shape;108;p10"/>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09" name="Google Shape;109;p10"/>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110" name="Google Shape;110;p10"/>
          <p:cNvSpPr txBox="1"/>
          <p:nvPr>
            <p:ph idx="1" type="subTitle"/>
          </p:nvPr>
        </p:nvSpPr>
        <p:spPr>
          <a:xfrm>
            <a:off x="271500" y="823250"/>
            <a:ext cx="5152800" cy="661500"/>
          </a:xfrm>
          <a:prstGeom prst="rect">
            <a:avLst/>
          </a:prstGeom>
        </p:spPr>
        <p:txBody>
          <a:bodyPr anchorCtr="0" anchor="ctr" bIns="91425" lIns="0" spcFirstLastPara="1" rIns="91425" wrap="square" tIns="91425">
            <a:noAutofit/>
          </a:bodyPr>
          <a:lstStyle>
            <a:lvl1pPr lvl="0" rtl="0">
              <a:spcBef>
                <a:spcPts val="0"/>
              </a:spcBef>
              <a:spcAft>
                <a:spcPts val="0"/>
              </a:spcAft>
              <a:buSzPts val="1300"/>
              <a:buNone/>
              <a:defRPr b="1" sz="13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1" name="Google Shape;111;p10"/>
          <p:cNvSpPr txBox="1"/>
          <p:nvPr>
            <p:ph idx="2" type="body"/>
          </p:nvPr>
        </p:nvSpPr>
        <p:spPr>
          <a:xfrm>
            <a:off x="271950" y="2406625"/>
            <a:ext cx="8600100" cy="2256600"/>
          </a:xfrm>
          <a:prstGeom prst="rect">
            <a:avLst/>
          </a:prstGeom>
        </p:spPr>
        <p:txBody>
          <a:bodyPr anchorCtr="0" anchor="ctr" bIns="91425" lIns="0" spcFirstLastPara="1" rIns="91425" wrap="square" tIns="91425">
            <a:noAutofit/>
          </a:bodyPr>
          <a:lstStyle>
            <a:lvl1pPr indent="-292100" lvl="0" marL="457200" rtl="0">
              <a:spcBef>
                <a:spcPts val="0"/>
              </a:spcBef>
              <a:spcAft>
                <a:spcPts val="0"/>
              </a:spcAft>
              <a:buSzPts val="1000"/>
              <a:buFont typeface="Inter Medium"/>
              <a:buChar char="●"/>
              <a:defRPr sz="1000">
                <a:latin typeface="Inter Medium"/>
                <a:ea typeface="Inter Medium"/>
                <a:cs typeface="Inter Medium"/>
                <a:sym typeface="Inter Medium"/>
              </a:defRPr>
            </a:lvl1pPr>
            <a:lvl2pPr indent="-292100" lvl="1" marL="914400" rtl="0">
              <a:spcBef>
                <a:spcPts val="0"/>
              </a:spcBef>
              <a:spcAft>
                <a:spcPts val="0"/>
              </a:spcAft>
              <a:buSzPts val="1000"/>
              <a:buChar char="○"/>
              <a:defRPr sz="1000"/>
            </a:lvl2pPr>
            <a:lvl3pPr indent="-292100" lvl="2" marL="1371600" rtl="0">
              <a:spcBef>
                <a:spcPts val="0"/>
              </a:spcBef>
              <a:spcAft>
                <a:spcPts val="0"/>
              </a:spcAft>
              <a:buSzPts val="1000"/>
              <a:buChar char="■"/>
              <a:defRPr sz="1000"/>
            </a:lvl3pPr>
            <a:lvl4pPr indent="-292100" lvl="3" marL="1828800" rtl="0">
              <a:spcBef>
                <a:spcPts val="0"/>
              </a:spcBef>
              <a:spcAft>
                <a:spcPts val="0"/>
              </a:spcAft>
              <a:buSzPts val="1000"/>
              <a:buChar char="●"/>
              <a:defRPr sz="1000"/>
            </a:lvl4pPr>
            <a:lvl5pPr indent="-292100" lvl="4" marL="2286000" rtl="0">
              <a:spcBef>
                <a:spcPts val="0"/>
              </a:spcBef>
              <a:spcAft>
                <a:spcPts val="0"/>
              </a:spcAft>
              <a:buSzPts val="1000"/>
              <a:buChar char="○"/>
              <a:defRPr sz="1000"/>
            </a:lvl5pPr>
            <a:lvl6pPr indent="-292100" lvl="5" marL="2743200" rtl="0">
              <a:spcBef>
                <a:spcPts val="0"/>
              </a:spcBef>
              <a:spcAft>
                <a:spcPts val="0"/>
              </a:spcAft>
              <a:buSzPts val="1000"/>
              <a:buChar char="■"/>
              <a:defRPr sz="1000"/>
            </a:lvl6pPr>
            <a:lvl7pPr indent="-292100" lvl="6" marL="3200400" rtl="0">
              <a:spcBef>
                <a:spcPts val="0"/>
              </a:spcBef>
              <a:spcAft>
                <a:spcPts val="0"/>
              </a:spcAft>
              <a:buSzPts val="1000"/>
              <a:buChar char="●"/>
              <a:defRPr sz="1000"/>
            </a:lvl7pPr>
            <a:lvl8pPr indent="-292100" lvl="7" marL="3657600" rtl="0">
              <a:spcBef>
                <a:spcPts val="0"/>
              </a:spcBef>
              <a:spcAft>
                <a:spcPts val="0"/>
              </a:spcAft>
              <a:buSzPts val="1000"/>
              <a:buChar char="○"/>
              <a:defRPr sz="1000"/>
            </a:lvl8pPr>
            <a:lvl9pPr indent="-292100" lvl="8" marL="4114800" rtl="0">
              <a:spcBef>
                <a:spcPts val="0"/>
              </a:spcBef>
              <a:spcAft>
                <a:spcPts val="0"/>
              </a:spcAft>
              <a:buSzPts val="1000"/>
              <a:buChar char="■"/>
              <a:defRPr sz="1000"/>
            </a:lvl9pPr>
          </a:lstStyle>
          <a:p/>
        </p:txBody>
      </p:sp>
      <p:sp>
        <p:nvSpPr>
          <p:cNvPr id="112" name="Google Shape;112;p10"/>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13" name="Google Shape;113;p10"/>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 piliers">
  <p:cSld name="SECTION_HEADER_2_1_1_1_1_1">
    <p:bg>
      <p:bgPr>
        <a:solidFill>
          <a:srgbClr val="EFEFEF"/>
        </a:solidFill>
      </p:bgPr>
    </p:bg>
    <p:spTree>
      <p:nvGrpSpPr>
        <p:cNvPr id="114" name="Shape 114"/>
        <p:cNvGrpSpPr/>
        <p:nvPr/>
      </p:nvGrpSpPr>
      <p:grpSpPr>
        <a:xfrm>
          <a:off x="0" y="0"/>
          <a:ext cx="0" cy="0"/>
          <a:chOff x="0" y="0"/>
          <a:chExt cx="0" cy="0"/>
        </a:xfrm>
      </p:grpSpPr>
      <p:sp>
        <p:nvSpPr>
          <p:cNvPr id="115" name="Google Shape;11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sz="800">
                <a:solidFill>
                  <a:schemeClr val="dk1"/>
                </a:solidFill>
                <a:latin typeface="Syne"/>
                <a:ea typeface="Syne"/>
                <a:cs typeface="Syne"/>
                <a:sym typeface="Syne"/>
              </a:defRPr>
            </a:lvl1pPr>
            <a:lvl2pPr lvl="1" rtl="0">
              <a:buNone/>
              <a:defRPr sz="800">
                <a:solidFill>
                  <a:schemeClr val="dk1"/>
                </a:solidFill>
                <a:latin typeface="Syne"/>
                <a:ea typeface="Syne"/>
                <a:cs typeface="Syne"/>
                <a:sym typeface="Syne"/>
              </a:defRPr>
            </a:lvl2pPr>
            <a:lvl3pPr lvl="2" rtl="0">
              <a:buNone/>
              <a:defRPr sz="800">
                <a:solidFill>
                  <a:schemeClr val="dk1"/>
                </a:solidFill>
                <a:latin typeface="Syne"/>
                <a:ea typeface="Syne"/>
                <a:cs typeface="Syne"/>
                <a:sym typeface="Syne"/>
              </a:defRPr>
            </a:lvl3pPr>
            <a:lvl4pPr lvl="3" rtl="0">
              <a:buNone/>
              <a:defRPr sz="800">
                <a:solidFill>
                  <a:schemeClr val="dk1"/>
                </a:solidFill>
                <a:latin typeface="Syne"/>
                <a:ea typeface="Syne"/>
                <a:cs typeface="Syne"/>
                <a:sym typeface="Syne"/>
              </a:defRPr>
            </a:lvl4pPr>
            <a:lvl5pPr lvl="4" rtl="0">
              <a:buNone/>
              <a:defRPr sz="800">
                <a:solidFill>
                  <a:schemeClr val="dk1"/>
                </a:solidFill>
                <a:latin typeface="Syne"/>
                <a:ea typeface="Syne"/>
                <a:cs typeface="Syne"/>
                <a:sym typeface="Syne"/>
              </a:defRPr>
            </a:lvl5pPr>
            <a:lvl6pPr lvl="5" rtl="0">
              <a:buNone/>
              <a:defRPr sz="800">
                <a:solidFill>
                  <a:schemeClr val="dk1"/>
                </a:solidFill>
                <a:latin typeface="Syne"/>
                <a:ea typeface="Syne"/>
                <a:cs typeface="Syne"/>
                <a:sym typeface="Syne"/>
              </a:defRPr>
            </a:lvl6pPr>
            <a:lvl7pPr lvl="6" rtl="0">
              <a:buNone/>
              <a:defRPr sz="800">
                <a:solidFill>
                  <a:schemeClr val="dk1"/>
                </a:solidFill>
                <a:latin typeface="Syne"/>
                <a:ea typeface="Syne"/>
                <a:cs typeface="Syne"/>
                <a:sym typeface="Syne"/>
              </a:defRPr>
            </a:lvl7pPr>
            <a:lvl8pPr lvl="7" rtl="0">
              <a:buNone/>
              <a:defRPr sz="800">
                <a:solidFill>
                  <a:schemeClr val="dk1"/>
                </a:solidFill>
                <a:latin typeface="Syne"/>
                <a:ea typeface="Syne"/>
                <a:cs typeface="Syne"/>
                <a:sym typeface="Syne"/>
              </a:defRPr>
            </a:lvl8pPr>
            <a:lvl9pPr lvl="8" rtl="0">
              <a:buNone/>
              <a:defRPr sz="800">
                <a:solidFill>
                  <a:schemeClr val="dk1"/>
                </a:solidFill>
                <a:latin typeface="Syne"/>
                <a:ea typeface="Syne"/>
                <a:cs typeface="Syne"/>
                <a:sym typeface="Syne"/>
              </a:defRPr>
            </a:lvl9pPr>
          </a:lstStyle>
          <a:p>
            <a:pPr indent="0" lvl="0" marL="0" rtl="0" algn="r">
              <a:spcBef>
                <a:spcPts val="0"/>
              </a:spcBef>
              <a:spcAft>
                <a:spcPts val="0"/>
              </a:spcAft>
              <a:buNone/>
            </a:pPr>
            <a:fld id="{00000000-1234-1234-1234-123412341234}" type="slidenum">
              <a:rPr lang="fr"/>
              <a:t>‹#›</a:t>
            </a:fld>
            <a:endParaRPr/>
          </a:p>
        </p:txBody>
      </p:sp>
      <p:sp>
        <p:nvSpPr>
          <p:cNvPr id="116" name="Google Shape;116;p11"/>
          <p:cNvSpPr txBox="1"/>
          <p:nvPr>
            <p:ph type="title"/>
          </p:nvPr>
        </p:nvSpPr>
        <p:spPr>
          <a:xfrm>
            <a:off x="2313675" y="1609800"/>
            <a:ext cx="4516500" cy="955800"/>
          </a:xfrm>
          <a:prstGeom prst="rect">
            <a:avLst/>
          </a:prstGeom>
        </p:spPr>
        <p:txBody>
          <a:bodyPr anchorCtr="0" anchor="ctr" bIns="91425" lIns="0" spcFirstLastPara="1" rIns="91425" wrap="square" tIns="91425">
            <a:noAutofit/>
          </a:bodyPr>
          <a:lstStyle>
            <a:lvl1pPr lvl="0" rtl="0" algn="ctr">
              <a:spcBef>
                <a:spcPts val="0"/>
              </a:spcBef>
              <a:spcAft>
                <a:spcPts val="0"/>
              </a:spcAft>
              <a:buSzPts val="2800"/>
              <a:buFont typeface="Syne"/>
              <a:buNone/>
              <a:defRPr b="1">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17" name="Google Shape;117;p11"/>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18" name="Google Shape;118;p11"/>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119" name="Google Shape;119;p11"/>
          <p:cNvSpPr txBox="1"/>
          <p:nvPr>
            <p:ph idx="1" type="subTitle"/>
          </p:nvPr>
        </p:nvSpPr>
        <p:spPr>
          <a:xfrm>
            <a:off x="1995600" y="823250"/>
            <a:ext cx="5152800" cy="661500"/>
          </a:xfrm>
          <a:prstGeom prst="rect">
            <a:avLst/>
          </a:prstGeom>
        </p:spPr>
        <p:txBody>
          <a:bodyPr anchorCtr="0" anchor="ctr" bIns="91425" lIns="0" spcFirstLastPara="1" rIns="91425" wrap="square" tIns="91425">
            <a:noAutofit/>
          </a:bodyPr>
          <a:lstStyle>
            <a:lvl1pPr lvl="0" rtl="0" algn="ctr">
              <a:spcBef>
                <a:spcPts val="0"/>
              </a:spcBef>
              <a:spcAft>
                <a:spcPts val="0"/>
              </a:spcAft>
              <a:buSzPts val="1300"/>
              <a:buNone/>
              <a:defRPr b="1" sz="13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0" name="Google Shape;120;p11"/>
          <p:cNvSpPr/>
          <p:nvPr/>
        </p:nvSpPr>
        <p:spPr>
          <a:xfrm>
            <a:off x="1105850" y="3470750"/>
            <a:ext cx="2243100" cy="661500"/>
          </a:xfrm>
          <a:prstGeom prst="roundRect">
            <a:avLst>
              <a:gd fmla="val 575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1" name="Google Shape;121;p11"/>
          <p:cNvSpPr/>
          <p:nvPr/>
        </p:nvSpPr>
        <p:spPr>
          <a:xfrm>
            <a:off x="3450450" y="3470750"/>
            <a:ext cx="2243100" cy="661500"/>
          </a:xfrm>
          <a:prstGeom prst="roundRect">
            <a:avLst>
              <a:gd fmla="val 575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2" name="Google Shape;122;p11"/>
          <p:cNvSpPr/>
          <p:nvPr/>
        </p:nvSpPr>
        <p:spPr>
          <a:xfrm>
            <a:off x="5795050" y="3470750"/>
            <a:ext cx="2243100" cy="661500"/>
          </a:xfrm>
          <a:prstGeom prst="roundRect">
            <a:avLst>
              <a:gd fmla="val 575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3" name="Google Shape;123;p11"/>
          <p:cNvSpPr/>
          <p:nvPr/>
        </p:nvSpPr>
        <p:spPr>
          <a:xfrm>
            <a:off x="2295775" y="3038250"/>
            <a:ext cx="268650" cy="293075"/>
          </a:xfrm>
          <a:custGeom>
            <a:rect b="b" l="l" r="r" t="t"/>
            <a:pathLst>
              <a:path extrusionOk="0" h="11723" w="10746">
                <a:moveTo>
                  <a:pt x="10746" y="0"/>
                </a:moveTo>
                <a:cubicBezTo>
                  <a:pt x="5604" y="1287"/>
                  <a:pt x="0" y="6422"/>
                  <a:pt x="0" y="11723"/>
                </a:cubicBezTo>
              </a:path>
            </a:pathLst>
          </a:custGeom>
          <a:noFill/>
          <a:ln cap="flat" cmpd="sng" w="19050">
            <a:solidFill>
              <a:schemeClr val="dk1"/>
            </a:solidFill>
            <a:prstDash val="solid"/>
            <a:round/>
            <a:headEnd len="med" w="med" type="none"/>
            <a:tailEnd len="med" w="med" type="stealth"/>
          </a:ln>
        </p:spPr>
      </p:sp>
      <p:sp>
        <p:nvSpPr>
          <p:cNvPr id="124" name="Google Shape;124;p11"/>
          <p:cNvSpPr/>
          <p:nvPr/>
        </p:nvSpPr>
        <p:spPr>
          <a:xfrm>
            <a:off x="6390700" y="3030100"/>
            <a:ext cx="236100" cy="325650"/>
          </a:xfrm>
          <a:custGeom>
            <a:rect b="b" l="l" r="r" t="t"/>
            <a:pathLst>
              <a:path extrusionOk="0" h="13026" w="9444">
                <a:moveTo>
                  <a:pt x="0" y="0"/>
                </a:moveTo>
                <a:cubicBezTo>
                  <a:pt x="5203" y="1302"/>
                  <a:pt x="9444" y="7663"/>
                  <a:pt x="9444" y="13026"/>
                </a:cubicBezTo>
              </a:path>
            </a:pathLst>
          </a:custGeom>
          <a:noFill/>
          <a:ln cap="flat" cmpd="sng" w="19050">
            <a:solidFill>
              <a:schemeClr val="dk1"/>
            </a:solidFill>
            <a:prstDash val="solid"/>
            <a:round/>
            <a:headEnd len="med" w="med" type="none"/>
            <a:tailEnd len="med" w="med" type="stealth"/>
          </a:ln>
        </p:spPr>
      </p:sp>
      <p:sp>
        <p:nvSpPr>
          <p:cNvPr id="125" name="Google Shape;125;p11"/>
          <p:cNvSpPr/>
          <p:nvPr/>
        </p:nvSpPr>
        <p:spPr>
          <a:xfrm>
            <a:off x="4512675" y="2985125"/>
            <a:ext cx="11650" cy="374775"/>
          </a:xfrm>
          <a:custGeom>
            <a:rect b="b" l="l" r="r" t="t"/>
            <a:pathLst>
              <a:path extrusionOk="0" h="14991" w="466">
                <a:moveTo>
                  <a:pt x="0" y="0"/>
                </a:moveTo>
                <a:cubicBezTo>
                  <a:pt x="619" y="4960"/>
                  <a:pt x="416" y="9992"/>
                  <a:pt x="416" y="14991"/>
                </a:cubicBezTo>
              </a:path>
            </a:pathLst>
          </a:custGeom>
          <a:noFill/>
          <a:ln cap="flat" cmpd="sng" w="19050">
            <a:solidFill>
              <a:schemeClr val="dk1"/>
            </a:solidFill>
            <a:prstDash val="solid"/>
            <a:round/>
            <a:headEnd len="med" w="med" type="none"/>
            <a:tailEnd len="med" w="med" type="stealth"/>
          </a:ln>
        </p:spPr>
      </p:sp>
      <p:sp>
        <p:nvSpPr>
          <p:cNvPr id="126" name="Google Shape;126;p11"/>
          <p:cNvSpPr txBox="1"/>
          <p:nvPr>
            <p:ph idx="2" type="subTitle"/>
          </p:nvPr>
        </p:nvSpPr>
        <p:spPr>
          <a:xfrm>
            <a:off x="1205825" y="3556675"/>
            <a:ext cx="2046900" cy="4863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11"/>
          <p:cNvSpPr txBox="1"/>
          <p:nvPr>
            <p:ph idx="3" type="subTitle"/>
          </p:nvPr>
        </p:nvSpPr>
        <p:spPr>
          <a:xfrm>
            <a:off x="3548550" y="3556675"/>
            <a:ext cx="2046900" cy="4863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8" name="Google Shape;128;p11"/>
          <p:cNvSpPr txBox="1"/>
          <p:nvPr>
            <p:ph idx="4" type="subTitle"/>
          </p:nvPr>
        </p:nvSpPr>
        <p:spPr>
          <a:xfrm>
            <a:off x="5891275" y="3556675"/>
            <a:ext cx="2046900" cy="4863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9" name="Google Shape;129;p11"/>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30" name="Google Shape;130;p11"/>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 piliers 1">
  <p:cSld name="SECTION_HEADER_2_1_1_1_1_1_1">
    <p:bg>
      <p:bgPr>
        <a:solidFill>
          <a:srgbClr val="EFEFEF"/>
        </a:solidFill>
      </p:bgPr>
    </p:bg>
    <p:spTree>
      <p:nvGrpSpPr>
        <p:cNvPr id="131" name="Shape 131"/>
        <p:cNvGrpSpPr/>
        <p:nvPr/>
      </p:nvGrpSpPr>
      <p:grpSpPr>
        <a:xfrm>
          <a:off x="0" y="0"/>
          <a:ext cx="0" cy="0"/>
          <a:chOff x="0" y="0"/>
          <a:chExt cx="0" cy="0"/>
        </a:xfrm>
      </p:grpSpPr>
      <p:sp>
        <p:nvSpPr>
          <p:cNvPr id="132" name="Google Shape;132;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sz="800">
                <a:solidFill>
                  <a:schemeClr val="dk1"/>
                </a:solidFill>
                <a:latin typeface="Syne"/>
                <a:ea typeface="Syne"/>
                <a:cs typeface="Syne"/>
                <a:sym typeface="Syne"/>
              </a:defRPr>
            </a:lvl1pPr>
            <a:lvl2pPr lvl="1" rtl="0">
              <a:buNone/>
              <a:defRPr sz="800">
                <a:solidFill>
                  <a:schemeClr val="dk1"/>
                </a:solidFill>
                <a:latin typeface="Syne"/>
                <a:ea typeface="Syne"/>
                <a:cs typeface="Syne"/>
                <a:sym typeface="Syne"/>
              </a:defRPr>
            </a:lvl2pPr>
            <a:lvl3pPr lvl="2" rtl="0">
              <a:buNone/>
              <a:defRPr sz="800">
                <a:solidFill>
                  <a:schemeClr val="dk1"/>
                </a:solidFill>
                <a:latin typeface="Syne"/>
                <a:ea typeface="Syne"/>
                <a:cs typeface="Syne"/>
                <a:sym typeface="Syne"/>
              </a:defRPr>
            </a:lvl3pPr>
            <a:lvl4pPr lvl="3" rtl="0">
              <a:buNone/>
              <a:defRPr sz="800">
                <a:solidFill>
                  <a:schemeClr val="dk1"/>
                </a:solidFill>
                <a:latin typeface="Syne"/>
                <a:ea typeface="Syne"/>
                <a:cs typeface="Syne"/>
                <a:sym typeface="Syne"/>
              </a:defRPr>
            </a:lvl4pPr>
            <a:lvl5pPr lvl="4" rtl="0">
              <a:buNone/>
              <a:defRPr sz="800">
                <a:solidFill>
                  <a:schemeClr val="dk1"/>
                </a:solidFill>
                <a:latin typeface="Syne"/>
                <a:ea typeface="Syne"/>
                <a:cs typeface="Syne"/>
                <a:sym typeface="Syne"/>
              </a:defRPr>
            </a:lvl5pPr>
            <a:lvl6pPr lvl="5" rtl="0">
              <a:buNone/>
              <a:defRPr sz="800">
                <a:solidFill>
                  <a:schemeClr val="dk1"/>
                </a:solidFill>
                <a:latin typeface="Syne"/>
                <a:ea typeface="Syne"/>
                <a:cs typeface="Syne"/>
                <a:sym typeface="Syne"/>
              </a:defRPr>
            </a:lvl6pPr>
            <a:lvl7pPr lvl="6" rtl="0">
              <a:buNone/>
              <a:defRPr sz="800">
                <a:solidFill>
                  <a:schemeClr val="dk1"/>
                </a:solidFill>
                <a:latin typeface="Syne"/>
                <a:ea typeface="Syne"/>
                <a:cs typeface="Syne"/>
                <a:sym typeface="Syne"/>
              </a:defRPr>
            </a:lvl7pPr>
            <a:lvl8pPr lvl="7" rtl="0">
              <a:buNone/>
              <a:defRPr sz="800">
                <a:solidFill>
                  <a:schemeClr val="dk1"/>
                </a:solidFill>
                <a:latin typeface="Syne"/>
                <a:ea typeface="Syne"/>
                <a:cs typeface="Syne"/>
                <a:sym typeface="Syne"/>
              </a:defRPr>
            </a:lvl8pPr>
            <a:lvl9pPr lvl="8" rtl="0">
              <a:buNone/>
              <a:defRPr sz="800">
                <a:solidFill>
                  <a:schemeClr val="dk1"/>
                </a:solidFill>
                <a:latin typeface="Syne"/>
                <a:ea typeface="Syne"/>
                <a:cs typeface="Syne"/>
                <a:sym typeface="Syne"/>
              </a:defRPr>
            </a:lvl9pPr>
          </a:lstStyle>
          <a:p>
            <a:pPr indent="0" lvl="0" marL="0" rtl="0" algn="r">
              <a:spcBef>
                <a:spcPts val="0"/>
              </a:spcBef>
              <a:spcAft>
                <a:spcPts val="0"/>
              </a:spcAft>
              <a:buNone/>
            </a:pPr>
            <a:fld id="{00000000-1234-1234-1234-123412341234}" type="slidenum">
              <a:rPr lang="fr"/>
              <a:t>‹#›</a:t>
            </a:fld>
            <a:endParaRPr/>
          </a:p>
        </p:txBody>
      </p:sp>
      <p:sp>
        <p:nvSpPr>
          <p:cNvPr id="133" name="Google Shape;133;p12"/>
          <p:cNvSpPr txBox="1"/>
          <p:nvPr>
            <p:ph type="title"/>
          </p:nvPr>
        </p:nvSpPr>
        <p:spPr>
          <a:xfrm>
            <a:off x="2313675" y="2136725"/>
            <a:ext cx="4516500" cy="955800"/>
          </a:xfrm>
          <a:prstGeom prst="rect">
            <a:avLst/>
          </a:prstGeom>
        </p:spPr>
        <p:txBody>
          <a:bodyPr anchorCtr="0" anchor="ctr" bIns="91425" lIns="0" spcFirstLastPara="1" rIns="91425" wrap="square" tIns="91425">
            <a:noAutofit/>
          </a:bodyPr>
          <a:lstStyle>
            <a:lvl1pPr lvl="0" rtl="0" algn="ctr">
              <a:spcBef>
                <a:spcPts val="0"/>
              </a:spcBef>
              <a:spcAft>
                <a:spcPts val="0"/>
              </a:spcAft>
              <a:buSzPts val="2800"/>
              <a:buFont typeface="Syne"/>
              <a:buNone/>
              <a:defRPr b="1">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4" name="Google Shape;134;p12"/>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35" name="Google Shape;135;p12"/>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136" name="Google Shape;136;p12"/>
          <p:cNvSpPr/>
          <p:nvPr/>
        </p:nvSpPr>
        <p:spPr>
          <a:xfrm>
            <a:off x="3450450" y="1081425"/>
            <a:ext cx="2243100" cy="661500"/>
          </a:xfrm>
          <a:prstGeom prst="roundRect">
            <a:avLst>
              <a:gd fmla="val 575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37" name="Google Shape;137;p12"/>
          <p:cNvSpPr txBox="1"/>
          <p:nvPr>
            <p:ph idx="1" type="subTitle"/>
          </p:nvPr>
        </p:nvSpPr>
        <p:spPr>
          <a:xfrm>
            <a:off x="3550425" y="1167350"/>
            <a:ext cx="2046900" cy="486300"/>
          </a:xfrm>
          <a:prstGeom prst="rect">
            <a:avLst/>
          </a:prstGeom>
        </p:spPr>
        <p:txBody>
          <a:bodyPr anchorCtr="0" anchor="t" bIns="91425" lIns="91425" spcFirstLastPara="1" rIns="91425" wrap="square" tIns="91425">
            <a:noAutofit/>
          </a:bodyPr>
          <a:lstStyle>
            <a:lvl1pPr lvl="0" rtl="0" algn="ctr">
              <a:spcBef>
                <a:spcPts val="0"/>
              </a:spcBef>
              <a:spcAft>
                <a:spcPts val="0"/>
              </a:spcAft>
              <a:buClr>
                <a:srgbClr val="F3F3F3"/>
              </a:buClr>
              <a:buSzPts val="1800"/>
              <a:buFont typeface="Syne"/>
              <a:buNone/>
              <a:defRPr b="1">
                <a:solidFill>
                  <a:srgbClr val="F3F3F3"/>
                </a:solidFill>
                <a:latin typeface="Syne"/>
                <a:ea typeface="Syne"/>
                <a:cs typeface="Syne"/>
                <a:sym typeface="Sy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8" name="Google Shape;138;p12"/>
          <p:cNvSpPr txBox="1"/>
          <p:nvPr>
            <p:ph idx="2" type="body"/>
          </p:nvPr>
        </p:nvSpPr>
        <p:spPr>
          <a:xfrm>
            <a:off x="1280625" y="3575600"/>
            <a:ext cx="1779600" cy="810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1pPr>
            <a:lvl2pPr indent="-304800" lvl="1" marL="9144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2pPr>
            <a:lvl3pPr indent="-304800" lvl="2" marL="13716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3pPr>
            <a:lvl4pPr indent="-304800" lvl="3" marL="18288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4pPr>
            <a:lvl5pPr indent="-304800" lvl="4" marL="22860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5pPr>
            <a:lvl6pPr indent="-304800" lvl="5" marL="27432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6pPr>
            <a:lvl7pPr indent="-304800" lvl="6" marL="32004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7pPr>
            <a:lvl8pPr indent="-304800" lvl="7" marL="36576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8pPr>
            <a:lvl9pPr indent="-304800" lvl="8" marL="411480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9pPr>
          </a:lstStyle>
          <a:p/>
        </p:txBody>
      </p:sp>
      <p:sp>
        <p:nvSpPr>
          <p:cNvPr id="139" name="Google Shape;139;p12"/>
          <p:cNvSpPr txBox="1"/>
          <p:nvPr>
            <p:ph idx="3" type="body"/>
          </p:nvPr>
        </p:nvSpPr>
        <p:spPr>
          <a:xfrm>
            <a:off x="3684075" y="3575600"/>
            <a:ext cx="1779600" cy="81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1pPr>
            <a:lvl2pPr indent="-304800" lvl="1" marL="9144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2pPr>
            <a:lvl3pPr indent="-304800" lvl="2" marL="13716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3pPr>
            <a:lvl4pPr indent="-304800" lvl="3" marL="18288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4pPr>
            <a:lvl5pPr indent="-304800" lvl="4" marL="22860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5pPr>
            <a:lvl6pPr indent="-304800" lvl="5" marL="27432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6pPr>
            <a:lvl7pPr indent="-304800" lvl="6" marL="32004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7pPr>
            <a:lvl8pPr indent="-304800" lvl="7" marL="36576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8pPr>
            <a:lvl9pPr indent="-304800" lvl="8" marL="41148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9pPr>
          </a:lstStyle>
          <a:p/>
        </p:txBody>
      </p:sp>
      <p:sp>
        <p:nvSpPr>
          <p:cNvPr id="140" name="Google Shape;140;p12"/>
          <p:cNvSpPr txBox="1"/>
          <p:nvPr>
            <p:ph idx="4" type="body"/>
          </p:nvPr>
        </p:nvSpPr>
        <p:spPr>
          <a:xfrm>
            <a:off x="6087525" y="3575600"/>
            <a:ext cx="1779600" cy="8106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1pPr>
            <a:lvl2pPr indent="-304800" lvl="1" marL="9144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2pPr>
            <a:lvl3pPr indent="-304800" lvl="2" marL="13716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3pPr>
            <a:lvl4pPr indent="-304800" lvl="3" marL="18288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4pPr>
            <a:lvl5pPr indent="-304800" lvl="4" marL="22860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5pPr>
            <a:lvl6pPr indent="-304800" lvl="5" marL="27432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6pPr>
            <a:lvl7pPr indent="-304800" lvl="6" marL="32004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7pPr>
            <a:lvl8pPr indent="-304800" lvl="7" marL="36576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8pPr>
            <a:lvl9pPr indent="-304800" lvl="8" marL="4114800" rtl="0">
              <a:spcBef>
                <a:spcPts val="0"/>
              </a:spcBef>
              <a:spcAft>
                <a:spcPts val="0"/>
              </a:spcAft>
              <a:buClr>
                <a:schemeClr val="dk1"/>
              </a:buClr>
              <a:buSzPts val="1200"/>
              <a:buFont typeface="Inter Medium"/>
              <a:buChar char="■"/>
              <a:defRPr sz="1200">
                <a:solidFill>
                  <a:schemeClr val="dk1"/>
                </a:solidFill>
                <a:latin typeface="Inter Medium"/>
                <a:ea typeface="Inter Medium"/>
                <a:cs typeface="Inter Medium"/>
                <a:sym typeface="Inter Medium"/>
              </a:defRPr>
            </a:lvl9pPr>
          </a:lstStyle>
          <a:p/>
        </p:txBody>
      </p:sp>
      <p:sp>
        <p:nvSpPr>
          <p:cNvPr id="141" name="Google Shape;141;p12"/>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42" name="Google Shape;142;p12"/>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tête-de section">
  <p:cSld name="SECTION_HEADER_1">
    <p:bg>
      <p:bgPr>
        <a:solidFill>
          <a:srgbClr val="EFEFEF"/>
        </a:solidFill>
      </p:bgPr>
    </p:bg>
    <p:spTree>
      <p:nvGrpSpPr>
        <p:cNvPr id="143" name="Shape 143"/>
        <p:cNvGrpSpPr/>
        <p:nvPr/>
      </p:nvGrpSpPr>
      <p:grpSpPr>
        <a:xfrm>
          <a:off x="0" y="0"/>
          <a:ext cx="0" cy="0"/>
          <a:chOff x="0" y="0"/>
          <a:chExt cx="0" cy="0"/>
        </a:xfrm>
      </p:grpSpPr>
      <p:sp>
        <p:nvSpPr>
          <p:cNvPr id="144" name="Google Shape;144;p13"/>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145" name="Google Shape;145;p13"/>
          <p:cNvSpPr txBox="1"/>
          <p:nvPr>
            <p:ph type="title"/>
          </p:nvPr>
        </p:nvSpPr>
        <p:spPr>
          <a:xfrm>
            <a:off x="311700" y="2941200"/>
            <a:ext cx="8520600" cy="432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1500"/>
              <a:buFont typeface="Inter Medium"/>
              <a:buNone/>
              <a:defRPr sz="1500">
                <a:latin typeface="Inter Medium"/>
                <a:ea typeface="Inter Medium"/>
                <a:cs typeface="Inter Medium"/>
                <a:sym typeface="Inter Medium"/>
              </a:defRPr>
            </a:lvl1pPr>
            <a:lvl2pPr lvl="1" rtl="0" algn="ctr">
              <a:spcBef>
                <a:spcPts val="0"/>
              </a:spcBef>
              <a:spcAft>
                <a:spcPts val="0"/>
              </a:spcAft>
              <a:buSzPts val="3700"/>
              <a:buFont typeface="Syne Medium"/>
              <a:buNone/>
              <a:defRPr sz="3700">
                <a:latin typeface="Syne Medium"/>
                <a:ea typeface="Syne Medium"/>
                <a:cs typeface="Syne Medium"/>
                <a:sym typeface="Syne Medium"/>
              </a:defRPr>
            </a:lvl2pPr>
            <a:lvl3pPr lvl="2" rtl="0" algn="ctr">
              <a:spcBef>
                <a:spcPts val="0"/>
              </a:spcBef>
              <a:spcAft>
                <a:spcPts val="0"/>
              </a:spcAft>
              <a:buSzPts val="3700"/>
              <a:buFont typeface="Syne Medium"/>
              <a:buNone/>
              <a:defRPr sz="3700">
                <a:latin typeface="Syne Medium"/>
                <a:ea typeface="Syne Medium"/>
                <a:cs typeface="Syne Medium"/>
                <a:sym typeface="Syne Medium"/>
              </a:defRPr>
            </a:lvl3pPr>
            <a:lvl4pPr lvl="3" rtl="0" algn="ctr">
              <a:spcBef>
                <a:spcPts val="0"/>
              </a:spcBef>
              <a:spcAft>
                <a:spcPts val="0"/>
              </a:spcAft>
              <a:buSzPts val="3700"/>
              <a:buFont typeface="Syne Medium"/>
              <a:buNone/>
              <a:defRPr sz="3700">
                <a:latin typeface="Syne Medium"/>
                <a:ea typeface="Syne Medium"/>
                <a:cs typeface="Syne Medium"/>
                <a:sym typeface="Syne Medium"/>
              </a:defRPr>
            </a:lvl4pPr>
            <a:lvl5pPr lvl="4" rtl="0" algn="ctr">
              <a:spcBef>
                <a:spcPts val="0"/>
              </a:spcBef>
              <a:spcAft>
                <a:spcPts val="0"/>
              </a:spcAft>
              <a:buSzPts val="3700"/>
              <a:buFont typeface="Syne Medium"/>
              <a:buNone/>
              <a:defRPr sz="3700">
                <a:latin typeface="Syne Medium"/>
                <a:ea typeface="Syne Medium"/>
                <a:cs typeface="Syne Medium"/>
                <a:sym typeface="Syne Medium"/>
              </a:defRPr>
            </a:lvl5pPr>
            <a:lvl6pPr lvl="5" rtl="0" algn="ctr">
              <a:spcBef>
                <a:spcPts val="0"/>
              </a:spcBef>
              <a:spcAft>
                <a:spcPts val="0"/>
              </a:spcAft>
              <a:buSzPts val="3700"/>
              <a:buFont typeface="Syne Medium"/>
              <a:buNone/>
              <a:defRPr sz="3700">
                <a:latin typeface="Syne Medium"/>
                <a:ea typeface="Syne Medium"/>
                <a:cs typeface="Syne Medium"/>
                <a:sym typeface="Syne Medium"/>
              </a:defRPr>
            </a:lvl6pPr>
            <a:lvl7pPr lvl="6" rtl="0" algn="ctr">
              <a:spcBef>
                <a:spcPts val="0"/>
              </a:spcBef>
              <a:spcAft>
                <a:spcPts val="0"/>
              </a:spcAft>
              <a:buSzPts val="3700"/>
              <a:buFont typeface="Syne Medium"/>
              <a:buNone/>
              <a:defRPr sz="3700">
                <a:latin typeface="Syne Medium"/>
                <a:ea typeface="Syne Medium"/>
                <a:cs typeface="Syne Medium"/>
                <a:sym typeface="Syne Medium"/>
              </a:defRPr>
            </a:lvl7pPr>
            <a:lvl8pPr lvl="7" rtl="0" algn="ctr">
              <a:spcBef>
                <a:spcPts val="0"/>
              </a:spcBef>
              <a:spcAft>
                <a:spcPts val="0"/>
              </a:spcAft>
              <a:buSzPts val="3700"/>
              <a:buFont typeface="Syne Medium"/>
              <a:buNone/>
              <a:defRPr sz="3700">
                <a:latin typeface="Syne Medium"/>
                <a:ea typeface="Syne Medium"/>
                <a:cs typeface="Syne Medium"/>
                <a:sym typeface="Syne Medium"/>
              </a:defRPr>
            </a:lvl8pPr>
            <a:lvl9pPr lvl="8" rtl="0" algn="ctr">
              <a:spcBef>
                <a:spcPts val="0"/>
              </a:spcBef>
              <a:spcAft>
                <a:spcPts val="0"/>
              </a:spcAft>
              <a:buSzPts val="3700"/>
              <a:buFont typeface="Syne Medium"/>
              <a:buNone/>
              <a:defRPr sz="3700">
                <a:latin typeface="Syne Medium"/>
                <a:ea typeface="Syne Medium"/>
                <a:cs typeface="Syne Medium"/>
                <a:sym typeface="Syne Medium"/>
              </a:defRPr>
            </a:lvl9pPr>
          </a:lstStyle>
          <a:p/>
        </p:txBody>
      </p:sp>
      <p:sp>
        <p:nvSpPr>
          <p:cNvPr id="146" name="Google Shape;146;p13"/>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47" name="Google Shape;147;p13"/>
          <p:cNvSpPr txBox="1"/>
          <p:nvPr>
            <p:ph idx="2" type="title"/>
          </p:nvPr>
        </p:nvSpPr>
        <p:spPr>
          <a:xfrm>
            <a:off x="1021950" y="2717750"/>
            <a:ext cx="7100100" cy="1693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3F3F3"/>
              </a:buClr>
              <a:buSzPts val="4800"/>
              <a:buFont typeface="Syne"/>
              <a:buNone/>
              <a:defRPr b="1" sz="48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48" name="Google Shape;148;p13"/>
          <p:cNvSpPr txBox="1"/>
          <p:nvPr>
            <p:ph idx="1" type="subTitle"/>
          </p:nvPr>
        </p:nvSpPr>
        <p:spPr>
          <a:xfrm>
            <a:off x="2219850" y="2301450"/>
            <a:ext cx="4550100" cy="276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9" name="Google Shape;149;p13"/>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50" name="Google Shape;150;p13"/>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51" name="Google Shape;151;p13"/>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rci">
  <p:cSld name="SECTION_HEADER_1_2">
    <p:bg>
      <p:bgPr>
        <a:solidFill>
          <a:srgbClr val="EFEFEF"/>
        </a:solidFill>
      </p:bgPr>
    </p:bg>
    <p:spTree>
      <p:nvGrpSpPr>
        <p:cNvPr id="152" name="Shape 152"/>
        <p:cNvGrpSpPr/>
        <p:nvPr/>
      </p:nvGrpSpPr>
      <p:grpSpPr>
        <a:xfrm>
          <a:off x="0" y="0"/>
          <a:ext cx="0" cy="0"/>
          <a:chOff x="0" y="0"/>
          <a:chExt cx="0" cy="0"/>
        </a:xfrm>
      </p:grpSpPr>
      <p:sp>
        <p:nvSpPr>
          <p:cNvPr id="153" name="Google Shape;153;p14"/>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154" name="Google Shape;154;p14"/>
          <p:cNvSpPr txBox="1"/>
          <p:nvPr>
            <p:ph type="title"/>
          </p:nvPr>
        </p:nvSpPr>
        <p:spPr>
          <a:xfrm>
            <a:off x="311700" y="2941200"/>
            <a:ext cx="8520600" cy="432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1500"/>
              <a:buFont typeface="Inter Medium"/>
              <a:buNone/>
              <a:defRPr sz="1500">
                <a:latin typeface="Inter Medium"/>
                <a:ea typeface="Inter Medium"/>
                <a:cs typeface="Inter Medium"/>
                <a:sym typeface="Inter Medium"/>
              </a:defRPr>
            </a:lvl1pPr>
            <a:lvl2pPr lvl="1" rtl="0" algn="ctr">
              <a:spcBef>
                <a:spcPts val="0"/>
              </a:spcBef>
              <a:spcAft>
                <a:spcPts val="0"/>
              </a:spcAft>
              <a:buSzPts val="3700"/>
              <a:buFont typeface="Syne Medium"/>
              <a:buNone/>
              <a:defRPr sz="3700">
                <a:latin typeface="Syne Medium"/>
                <a:ea typeface="Syne Medium"/>
                <a:cs typeface="Syne Medium"/>
                <a:sym typeface="Syne Medium"/>
              </a:defRPr>
            </a:lvl2pPr>
            <a:lvl3pPr lvl="2" rtl="0" algn="ctr">
              <a:spcBef>
                <a:spcPts val="0"/>
              </a:spcBef>
              <a:spcAft>
                <a:spcPts val="0"/>
              </a:spcAft>
              <a:buSzPts val="3700"/>
              <a:buFont typeface="Syne Medium"/>
              <a:buNone/>
              <a:defRPr sz="3700">
                <a:latin typeface="Syne Medium"/>
                <a:ea typeface="Syne Medium"/>
                <a:cs typeface="Syne Medium"/>
                <a:sym typeface="Syne Medium"/>
              </a:defRPr>
            </a:lvl3pPr>
            <a:lvl4pPr lvl="3" rtl="0" algn="ctr">
              <a:spcBef>
                <a:spcPts val="0"/>
              </a:spcBef>
              <a:spcAft>
                <a:spcPts val="0"/>
              </a:spcAft>
              <a:buSzPts val="3700"/>
              <a:buFont typeface="Syne Medium"/>
              <a:buNone/>
              <a:defRPr sz="3700">
                <a:latin typeface="Syne Medium"/>
                <a:ea typeface="Syne Medium"/>
                <a:cs typeface="Syne Medium"/>
                <a:sym typeface="Syne Medium"/>
              </a:defRPr>
            </a:lvl4pPr>
            <a:lvl5pPr lvl="4" rtl="0" algn="ctr">
              <a:spcBef>
                <a:spcPts val="0"/>
              </a:spcBef>
              <a:spcAft>
                <a:spcPts val="0"/>
              </a:spcAft>
              <a:buSzPts val="3700"/>
              <a:buFont typeface="Syne Medium"/>
              <a:buNone/>
              <a:defRPr sz="3700">
                <a:latin typeface="Syne Medium"/>
                <a:ea typeface="Syne Medium"/>
                <a:cs typeface="Syne Medium"/>
                <a:sym typeface="Syne Medium"/>
              </a:defRPr>
            </a:lvl5pPr>
            <a:lvl6pPr lvl="5" rtl="0" algn="ctr">
              <a:spcBef>
                <a:spcPts val="0"/>
              </a:spcBef>
              <a:spcAft>
                <a:spcPts val="0"/>
              </a:spcAft>
              <a:buSzPts val="3700"/>
              <a:buFont typeface="Syne Medium"/>
              <a:buNone/>
              <a:defRPr sz="3700">
                <a:latin typeface="Syne Medium"/>
                <a:ea typeface="Syne Medium"/>
                <a:cs typeface="Syne Medium"/>
                <a:sym typeface="Syne Medium"/>
              </a:defRPr>
            </a:lvl6pPr>
            <a:lvl7pPr lvl="6" rtl="0" algn="ctr">
              <a:spcBef>
                <a:spcPts val="0"/>
              </a:spcBef>
              <a:spcAft>
                <a:spcPts val="0"/>
              </a:spcAft>
              <a:buSzPts val="3700"/>
              <a:buFont typeface="Syne Medium"/>
              <a:buNone/>
              <a:defRPr sz="3700">
                <a:latin typeface="Syne Medium"/>
                <a:ea typeface="Syne Medium"/>
                <a:cs typeface="Syne Medium"/>
                <a:sym typeface="Syne Medium"/>
              </a:defRPr>
            </a:lvl7pPr>
            <a:lvl8pPr lvl="7" rtl="0" algn="ctr">
              <a:spcBef>
                <a:spcPts val="0"/>
              </a:spcBef>
              <a:spcAft>
                <a:spcPts val="0"/>
              </a:spcAft>
              <a:buSzPts val="3700"/>
              <a:buFont typeface="Syne Medium"/>
              <a:buNone/>
              <a:defRPr sz="3700">
                <a:latin typeface="Syne Medium"/>
                <a:ea typeface="Syne Medium"/>
                <a:cs typeface="Syne Medium"/>
                <a:sym typeface="Syne Medium"/>
              </a:defRPr>
            </a:lvl8pPr>
            <a:lvl9pPr lvl="8" rtl="0" algn="ctr">
              <a:spcBef>
                <a:spcPts val="0"/>
              </a:spcBef>
              <a:spcAft>
                <a:spcPts val="0"/>
              </a:spcAft>
              <a:buSzPts val="3700"/>
              <a:buFont typeface="Syne Medium"/>
              <a:buNone/>
              <a:defRPr sz="3700">
                <a:latin typeface="Syne Medium"/>
                <a:ea typeface="Syne Medium"/>
                <a:cs typeface="Syne Medium"/>
                <a:sym typeface="Syne Medium"/>
              </a:defRPr>
            </a:lvl9pPr>
          </a:lstStyle>
          <a:p/>
        </p:txBody>
      </p:sp>
      <p:sp>
        <p:nvSpPr>
          <p:cNvPr id="155" name="Google Shape;155;p14"/>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156" name="Google Shape;156;p14"/>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57" name="Google Shape;157;p14"/>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58" name="Google Shape;158;p14"/>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159" name="Google Shape;159;p14"/>
          <p:cNvSpPr txBox="1"/>
          <p:nvPr/>
        </p:nvSpPr>
        <p:spPr>
          <a:xfrm>
            <a:off x="1824450" y="1951800"/>
            <a:ext cx="5495100" cy="15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7000">
                <a:solidFill>
                  <a:srgbClr val="EFEFEF"/>
                </a:solidFill>
                <a:latin typeface="Syne"/>
                <a:ea typeface="Syne"/>
                <a:cs typeface="Syne"/>
                <a:sym typeface="Syne"/>
              </a:rPr>
              <a:t>Merci</a:t>
            </a:r>
            <a:endParaRPr b="1" sz="7000">
              <a:solidFill>
                <a:srgbClr val="EFEFEF"/>
              </a:solidFill>
              <a:latin typeface="Syne"/>
              <a:ea typeface="Syne"/>
              <a:cs typeface="Syne"/>
              <a:sym typeface="Syne"/>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maire">
  <p:cSld name="SECTION_HEADER_1_1">
    <p:bg>
      <p:bgPr>
        <a:solidFill>
          <a:srgbClr val="EFEFEF"/>
        </a:solidFill>
      </p:bgPr>
    </p:bg>
    <p:spTree>
      <p:nvGrpSpPr>
        <p:cNvPr id="160" name="Shape 160"/>
        <p:cNvGrpSpPr/>
        <p:nvPr/>
      </p:nvGrpSpPr>
      <p:grpSpPr>
        <a:xfrm>
          <a:off x="0" y="0"/>
          <a:ext cx="0" cy="0"/>
          <a:chOff x="0" y="0"/>
          <a:chExt cx="0" cy="0"/>
        </a:xfrm>
      </p:grpSpPr>
      <p:sp>
        <p:nvSpPr>
          <p:cNvPr id="161" name="Google Shape;161;p15"/>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162" name="Google Shape;162;p15"/>
          <p:cNvSpPr txBox="1"/>
          <p:nvPr>
            <p:ph type="title"/>
          </p:nvPr>
        </p:nvSpPr>
        <p:spPr>
          <a:xfrm>
            <a:off x="311700" y="2941200"/>
            <a:ext cx="8520600" cy="432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1500"/>
              <a:buFont typeface="Inter Medium"/>
              <a:buNone/>
              <a:defRPr sz="1500">
                <a:latin typeface="Inter Medium"/>
                <a:ea typeface="Inter Medium"/>
                <a:cs typeface="Inter Medium"/>
                <a:sym typeface="Inter Medium"/>
              </a:defRPr>
            </a:lvl1pPr>
            <a:lvl2pPr lvl="1" rtl="0" algn="ctr">
              <a:spcBef>
                <a:spcPts val="0"/>
              </a:spcBef>
              <a:spcAft>
                <a:spcPts val="0"/>
              </a:spcAft>
              <a:buSzPts val="3700"/>
              <a:buFont typeface="Syne Medium"/>
              <a:buNone/>
              <a:defRPr sz="3700">
                <a:latin typeface="Syne Medium"/>
                <a:ea typeface="Syne Medium"/>
                <a:cs typeface="Syne Medium"/>
                <a:sym typeface="Syne Medium"/>
              </a:defRPr>
            </a:lvl2pPr>
            <a:lvl3pPr lvl="2" rtl="0" algn="ctr">
              <a:spcBef>
                <a:spcPts val="0"/>
              </a:spcBef>
              <a:spcAft>
                <a:spcPts val="0"/>
              </a:spcAft>
              <a:buSzPts val="3700"/>
              <a:buFont typeface="Syne Medium"/>
              <a:buNone/>
              <a:defRPr sz="3700">
                <a:latin typeface="Syne Medium"/>
                <a:ea typeface="Syne Medium"/>
                <a:cs typeface="Syne Medium"/>
                <a:sym typeface="Syne Medium"/>
              </a:defRPr>
            </a:lvl3pPr>
            <a:lvl4pPr lvl="3" rtl="0" algn="ctr">
              <a:spcBef>
                <a:spcPts val="0"/>
              </a:spcBef>
              <a:spcAft>
                <a:spcPts val="0"/>
              </a:spcAft>
              <a:buSzPts val="3700"/>
              <a:buFont typeface="Syne Medium"/>
              <a:buNone/>
              <a:defRPr sz="3700">
                <a:latin typeface="Syne Medium"/>
                <a:ea typeface="Syne Medium"/>
                <a:cs typeface="Syne Medium"/>
                <a:sym typeface="Syne Medium"/>
              </a:defRPr>
            </a:lvl4pPr>
            <a:lvl5pPr lvl="4" rtl="0" algn="ctr">
              <a:spcBef>
                <a:spcPts val="0"/>
              </a:spcBef>
              <a:spcAft>
                <a:spcPts val="0"/>
              </a:spcAft>
              <a:buSzPts val="3700"/>
              <a:buFont typeface="Syne Medium"/>
              <a:buNone/>
              <a:defRPr sz="3700">
                <a:latin typeface="Syne Medium"/>
                <a:ea typeface="Syne Medium"/>
                <a:cs typeface="Syne Medium"/>
                <a:sym typeface="Syne Medium"/>
              </a:defRPr>
            </a:lvl5pPr>
            <a:lvl6pPr lvl="5" rtl="0" algn="ctr">
              <a:spcBef>
                <a:spcPts val="0"/>
              </a:spcBef>
              <a:spcAft>
                <a:spcPts val="0"/>
              </a:spcAft>
              <a:buSzPts val="3700"/>
              <a:buFont typeface="Syne Medium"/>
              <a:buNone/>
              <a:defRPr sz="3700">
                <a:latin typeface="Syne Medium"/>
                <a:ea typeface="Syne Medium"/>
                <a:cs typeface="Syne Medium"/>
                <a:sym typeface="Syne Medium"/>
              </a:defRPr>
            </a:lvl6pPr>
            <a:lvl7pPr lvl="6" rtl="0" algn="ctr">
              <a:spcBef>
                <a:spcPts val="0"/>
              </a:spcBef>
              <a:spcAft>
                <a:spcPts val="0"/>
              </a:spcAft>
              <a:buSzPts val="3700"/>
              <a:buFont typeface="Syne Medium"/>
              <a:buNone/>
              <a:defRPr sz="3700">
                <a:latin typeface="Syne Medium"/>
                <a:ea typeface="Syne Medium"/>
                <a:cs typeface="Syne Medium"/>
                <a:sym typeface="Syne Medium"/>
              </a:defRPr>
            </a:lvl7pPr>
            <a:lvl8pPr lvl="7" rtl="0" algn="ctr">
              <a:spcBef>
                <a:spcPts val="0"/>
              </a:spcBef>
              <a:spcAft>
                <a:spcPts val="0"/>
              </a:spcAft>
              <a:buSzPts val="3700"/>
              <a:buFont typeface="Syne Medium"/>
              <a:buNone/>
              <a:defRPr sz="3700">
                <a:latin typeface="Syne Medium"/>
                <a:ea typeface="Syne Medium"/>
                <a:cs typeface="Syne Medium"/>
                <a:sym typeface="Syne Medium"/>
              </a:defRPr>
            </a:lvl8pPr>
            <a:lvl9pPr lvl="8" rtl="0" algn="ctr">
              <a:spcBef>
                <a:spcPts val="0"/>
              </a:spcBef>
              <a:spcAft>
                <a:spcPts val="0"/>
              </a:spcAft>
              <a:buSzPts val="3700"/>
              <a:buFont typeface="Syne Medium"/>
              <a:buNone/>
              <a:defRPr sz="3700">
                <a:latin typeface="Syne Medium"/>
                <a:ea typeface="Syne Medium"/>
                <a:cs typeface="Syne Medium"/>
                <a:sym typeface="Syne Medium"/>
              </a:defRPr>
            </a:lvl9pPr>
          </a:lstStyle>
          <a:p/>
        </p:txBody>
      </p:sp>
      <p:sp>
        <p:nvSpPr>
          <p:cNvPr id="163" name="Google Shape;163;p15"/>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4" name="Google Shape;164;p15"/>
          <p:cNvSpPr txBox="1"/>
          <p:nvPr>
            <p:ph idx="2" type="title"/>
          </p:nvPr>
        </p:nvSpPr>
        <p:spPr>
          <a:xfrm>
            <a:off x="1134525" y="1494275"/>
            <a:ext cx="3263400" cy="714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2000"/>
              <a:buFont typeface="Syne"/>
              <a:buNone/>
              <a:defRPr b="1" sz="20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5" name="Google Shape;165;p15"/>
          <p:cNvSpPr txBox="1"/>
          <p:nvPr>
            <p:ph idx="1" type="subTitle"/>
          </p:nvPr>
        </p:nvSpPr>
        <p:spPr>
          <a:xfrm>
            <a:off x="774225" y="1494263"/>
            <a:ext cx="360300" cy="276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6" name="Google Shape;166;p15"/>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67" name="Google Shape;167;p15"/>
          <p:cNvSpPr txBox="1"/>
          <p:nvPr>
            <p:ph idx="3" type="title"/>
          </p:nvPr>
        </p:nvSpPr>
        <p:spPr>
          <a:xfrm>
            <a:off x="1134525" y="2391600"/>
            <a:ext cx="3263400" cy="714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2000"/>
              <a:buFont typeface="Syne"/>
              <a:buNone/>
              <a:defRPr b="1" sz="20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8" name="Google Shape;168;p15"/>
          <p:cNvSpPr txBox="1"/>
          <p:nvPr>
            <p:ph idx="4" type="subTitle"/>
          </p:nvPr>
        </p:nvSpPr>
        <p:spPr>
          <a:xfrm>
            <a:off x="774225" y="2391588"/>
            <a:ext cx="360300" cy="276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9" name="Google Shape;169;p15"/>
          <p:cNvSpPr txBox="1"/>
          <p:nvPr>
            <p:ph idx="5" type="title"/>
          </p:nvPr>
        </p:nvSpPr>
        <p:spPr>
          <a:xfrm>
            <a:off x="1134525" y="3288925"/>
            <a:ext cx="3263400" cy="714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2000"/>
              <a:buFont typeface="Syne"/>
              <a:buNone/>
              <a:defRPr b="1" sz="20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0" name="Google Shape;170;p15"/>
          <p:cNvSpPr txBox="1"/>
          <p:nvPr>
            <p:ph idx="6" type="subTitle"/>
          </p:nvPr>
        </p:nvSpPr>
        <p:spPr>
          <a:xfrm>
            <a:off x="774225" y="3288913"/>
            <a:ext cx="360300" cy="276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1" name="Google Shape;171;p15"/>
          <p:cNvSpPr txBox="1"/>
          <p:nvPr>
            <p:ph idx="7" type="title"/>
          </p:nvPr>
        </p:nvSpPr>
        <p:spPr>
          <a:xfrm>
            <a:off x="5089100" y="1494275"/>
            <a:ext cx="3263400" cy="714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2000"/>
              <a:buFont typeface="Syne"/>
              <a:buNone/>
              <a:defRPr b="1" sz="20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2" name="Google Shape;172;p15"/>
          <p:cNvSpPr txBox="1"/>
          <p:nvPr>
            <p:ph idx="8" type="subTitle"/>
          </p:nvPr>
        </p:nvSpPr>
        <p:spPr>
          <a:xfrm>
            <a:off x="4728800" y="1494263"/>
            <a:ext cx="360300" cy="276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3" name="Google Shape;173;p15"/>
          <p:cNvSpPr txBox="1"/>
          <p:nvPr>
            <p:ph idx="9" type="title"/>
          </p:nvPr>
        </p:nvSpPr>
        <p:spPr>
          <a:xfrm>
            <a:off x="5089100" y="2391600"/>
            <a:ext cx="3263400" cy="714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2000"/>
              <a:buFont typeface="Syne"/>
              <a:buNone/>
              <a:defRPr b="1" sz="20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4" name="Google Shape;174;p15"/>
          <p:cNvSpPr txBox="1"/>
          <p:nvPr>
            <p:ph idx="13" type="subTitle"/>
          </p:nvPr>
        </p:nvSpPr>
        <p:spPr>
          <a:xfrm>
            <a:off x="4728800" y="2391588"/>
            <a:ext cx="360300" cy="276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5" name="Google Shape;175;p15"/>
          <p:cNvSpPr txBox="1"/>
          <p:nvPr>
            <p:ph idx="14" type="title"/>
          </p:nvPr>
        </p:nvSpPr>
        <p:spPr>
          <a:xfrm>
            <a:off x="5089100" y="3288925"/>
            <a:ext cx="3263400" cy="714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2000"/>
              <a:buFont typeface="Syne"/>
              <a:buNone/>
              <a:defRPr b="1" sz="20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6" name="Google Shape;176;p15"/>
          <p:cNvSpPr txBox="1"/>
          <p:nvPr>
            <p:ph idx="15" type="subTitle"/>
          </p:nvPr>
        </p:nvSpPr>
        <p:spPr>
          <a:xfrm>
            <a:off x="4728800" y="3288913"/>
            <a:ext cx="360300" cy="276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7" name="Google Shape;177;p15"/>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78" name="Google Shape;178;p15"/>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us-titre photo">
  <p:cSld name="SECTION_HEADER_1_2_1_1_1">
    <p:bg>
      <p:bgPr>
        <a:solidFill>
          <a:srgbClr val="EFEFEF"/>
        </a:solidFill>
      </p:bgPr>
    </p:bg>
    <p:spTree>
      <p:nvGrpSpPr>
        <p:cNvPr id="179" name="Shape 179"/>
        <p:cNvGrpSpPr/>
        <p:nvPr/>
      </p:nvGrpSpPr>
      <p:grpSpPr>
        <a:xfrm>
          <a:off x="0" y="0"/>
          <a:ext cx="0" cy="0"/>
          <a:chOff x="0" y="0"/>
          <a:chExt cx="0" cy="0"/>
        </a:xfrm>
      </p:grpSpPr>
      <p:sp>
        <p:nvSpPr>
          <p:cNvPr id="180" name="Google Shape;180;p16"/>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181" name="Google Shape;181;p16"/>
          <p:cNvSpPr/>
          <p:nvPr/>
        </p:nvSpPr>
        <p:spPr>
          <a:xfrm>
            <a:off x="270900" y="610200"/>
            <a:ext cx="40521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82" name="Google Shape;182;p16"/>
          <p:cNvSpPr/>
          <p:nvPr>
            <p:ph idx="2" type="pic"/>
          </p:nvPr>
        </p:nvSpPr>
        <p:spPr>
          <a:xfrm>
            <a:off x="4432800" y="610200"/>
            <a:ext cx="4418100" cy="4276800"/>
          </a:xfrm>
          <a:prstGeom prst="roundRect">
            <a:avLst>
              <a:gd fmla="val 1028" name="adj"/>
            </a:avLst>
          </a:prstGeom>
          <a:noFill/>
          <a:ln>
            <a:noFill/>
          </a:ln>
        </p:spPr>
      </p:sp>
      <p:pic>
        <p:nvPicPr>
          <p:cNvPr id="183" name="Google Shape;183;p16"/>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84" name="Google Shape;184;p16"/>
          <p:cNvSpPr txBox="1"/>
          <p:nvPr>
            <p:ph type="title"/>
          </p:nvPr>
        </p:nvSpPr>
        <p:spPr>
          <a:xfrm>
            <a:off x="433675" y="2843550"/>
            <a:ext cx="3594300" cy="1992000"/>
          </a:xfrm>
          <a:prstGeom prst="rect">
            <a:avLst/>
          </a:prstGeom>
        </p:spPr>
        <p:txBody>
          <a:bodyPr anchorCtr="0" anchor="b" bIns="91425" lIns="91425" spcFirstLastPara="1" rIns="91425" wrap="square" tIns="91425">
            <a:noAutofit/>
          </a:bodyPr>
          <a:lstStyle>
            <a:lvl1pPr lvl="0">
              <a:spcBef>
                <a:spcPts val="0"/>
              </a:spcBef>
              <a:spcAft>
                <a:spcPts val="0"/>
              </a:spcAft>
              <a:buClr>
                <a:srgbClr val="F3F3F3"/>
              </a:buClr>
              <a:buSzPts val="4100"/>
              <a:buFont typeface="Syne"/>
              <a:buNone/>
              <a:defRPr b="1" sz="4100">
                <a:solidFill>
                  <a:srgbClr val="F3F3F3"/>
                </a:solidFill>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 name="Google Shape;185;p16"/>
          <p:cNvSpPr txBox="1"/>
          <p:nvPr>
            <p:ph idx="1" type="subTitle"/>
          </p:nvPr>
        </p:nvSpPr>
        <p:spPr>
          <a:xfrm>
            <a:off x="433675" y="824025"/>
            <a:ext cx="2560800" cy="276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86" name="Google Shape;186;p16"/>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87" name="Google Shape;187;p16"/>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188" name="Google Shape;18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ndat principal">
  <p:cSld name="SECTION_HEADER_1_2_1_1_1_1">
    <p:bg>
      <p:bgPr>
        <a:solidFill>
          <a:srgbClr val="EFEFEF"/>
        </a:solidFill>
      </p:bgPr>
    </p:bg>
    <p:spTree>
      <p:nvGrpSpPr>
        <p:cNvPr id="189" name="Shape 189"/>
        <p:cNvGrpSpPr/>
        <p:nvPr/>
      </p:nvGrpSpPr>
      <p:grpSpPr>
        <a:xfrm>
          <a:off x="0" y="0"/>
          <a:ext cx="0" cy="0"/>
          <a:chOff x="0" y="0"/>
          <a:chExt cx="0" cy="0"/>
        </a:xfrm>
      </p:grpSpPr>
      <p:sp>
        <p:nvSpPr>
          <p:cNvPr id="190" name="Google Shape;190;p17"/>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191" name="Google Shape;191;p17"/>
          <p:cNvSpPr/>
          <p:nvPr/>
        </p:nvSpPr>
        <p:spPr>
          <a:xfrm>
            <a:off x="270900" y="610200"/>
            <a:ext cx="40521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192" name="Google Shape;192;p17"/>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193" name="Google Shape;193;p17"/>
          <p:cNvSpPr txBox="1"/>
          <p:nvPr>
            <p:ph type="title"/>
          </p:nvPr>
        </p:nvSpPr>
        <p:spPr>
          <a:xfrm>
            <a:off x="433675" y="2843550"/>
            <a:ext cx="3594300" cy="19920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3F3F3"/>
              </a:buClr>
              <a:buSzPts val="4100"/>
              <a:buFont typeface="Syne"/>
              <a:buNone/>
              <a:defRPr b="1" sz="4100">
                <a:solidFill>
                  <a:srgbClr val="F3F3F3"/>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4" name="Google Shape;194;p17"/>
          <p:cNvSpPr txBox="1"/>
          <p:nvPr>
            <p:ph idx="1" type="subTitle"/>
          </p:nvPr>
        </p:nvSpPr>
        <p:spPr>
          <a:xfrm>
            <a:off x="433675" y="824025"/>
            <a:ext cx="2560800" cy="276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5" name="Google Shape;195;p17"/>
          <p:cNvSpPr txBox="1"/>
          <p:nvPr>
            <p:ph idx="2" type="body"/>
          </p:nvPr>
        </p:nvSpPr>
        <p:spPr>
          <a:xfrm>
            <a:off x="4638150" y="3367300"/>
            <a:ext cx="4120800" cy="2726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6" name="Google Shape;196;p17"/>
          <p:cNvSpPr txBox="1"/>
          <p:nvPr>
            <p:ph idx="3" type="subTitle"/>
          </p:nvPr>
        </p:nvSpPr>
        <p:spPr>
          <a:xfrm>
            <a:off x="4623450" y="824025"/>
            <a:ext cx="3947100" cy="330900"/>
          </a:xfrm>
          <a:prstGeom prst="rect">
            <a:avLst/>
          </a:prstGeom>
        </p:spPr>
        <p:txBody>
          <a:bodyPr anchorCtr="0" anchor="ctr" bIns="91425" lIns="91425" spcFirstLastPara="1" rIns="91425" wrap="square" tIns="91425">
            <a:noAutofit/>
          </a:bodyPr>
          <a:lstStyle>
            <a:lvl1pPr lvl="0">
              <a:spcBef>
                <a:spcPts val="0"/>
              </a:spcBef>
              <a:spcAft>
                <a:spcPts val="0"/>
              </a:spcAft>
              <a:buSzPts val="1300"/>
              <a:buNone/>
              <a:defRPr b="1" i="1" sz="1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17"/>
          <p:cNvSpPr txBox="1"/>
          <p:nvPr>
            <p:ph idx="4" type="subTitle"/>
          </p:nvPr>
        </p:nvSpPr>
        <p:spPr>
          <a:xfrm>
            <a:off x="4623450" y="3036400"/>
            <a:ext cx="3947100" cy="3309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Font typeface="Syne"/>
              <a:buNone/>
              <a:defRPr b="1" sz="1400">
                <a:latin typeface="Syne"/>
                <a:ea typeface="Syne"/>
                <a:cs typeface="Syne"/>
                <a:sym typeface="Sy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98" name="Google Shape;198;p17"/>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199" name="Google Shape;199;p17"/>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200" name="Google Shape;20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p:cSld name="SECTION_HEADER_1_1_2">
    <p:bg>
      <p:bgPr>
        <a:solidFill>
          <a:srgbClr val="EFEFEF"/>
        </a:solidFill>
      </p:bgPr>
    </p:bg>
    <p:spTree>
      <p:nvGrpSpPr>
        <p:cNvPr id="201" name="Shape 201"/>
        <p:cNvGrpSpPr/>
        <p:nvPr/>
      </p:nvGrpSpPr>
      <p:grpSpPr>
        <a:xfrm>
          <a:off x="0" y="0"/>
          <a:ext cx="0" cy="0"/>
          <a:chOff x="0" y="0"/>
          <a:chExt cx="0" cy="0"/>
        </a:xfrm>
      </p:grpSpPr>
      <p:sp>
        <p:nvSpPr>
          <p:cNvPr id="202" name="Google Shape;202;p18"/>
          <p:cNvSpPr txBox="1"/>
          <p:nvPr>
            <p:ph type="title"/>
          </p:nvPr>
        </p:nvSpPr>
        <p:spPr>
          <a:xfrm>
            <a:off x="311700" y="2941200"/>
            <a:ext cx="8520600" cy="432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1500"/>
              <a:buFont typeface="Inter Medium"/>
              <a:buNone/>
              <a:defRPr sz="1500">
                <a:latin typeface="Inter Medium"/>
                <a:ea typeface="Inter Medium"/>
                <a:cs typeface="Inter Medium"/>
                <a:sym typeface="Inter Medium"/>
              </a:defRPr>
            </a:lvl1pPr>
            <a:lvl2pPr lvl="1" rtl="0" algn="ctr">
              <a:spcBef>
                <a:spcPts val="0"/>
              </a:spcBef>
              <a:spcAft>
                <a:spcPts val="0"/>
              </a:spcAft>
              <a:buSzPts val="3700"/>
              <a:buFont typeface="Syne Medium"/>
              <a:buNone/>
              <a:defRPr sz="3700">
                <a:latin typeface="Syne Medium"/>
                <a:ea typeface="Syne Medium"/>
                <a:cs typeface="Syne Medium"/>
                <a:sym typeface="Syne Medium"/>
              </a:defRPr>
            </a:lvl2pPr>
            <a:lvl3pPr lvl="2" rtl="0" algn="ctr">
              <a:spcBef>
                <a:spcPts val="0"/>
              </a:spcBef>
              <a:spcAft>
                <a:spcPts val="0"/>
              </a:spcAft>
              <a:buSzPts val="3700"/>
              <a:buFont typeface="Syne Medium"/>
              <a:buNone/>
              <a:defRPr sz="3700">
                <a:latin typeface="Syne Medium"/>
                <a:ea typeface="Syne Medium"/>
                <a:cs typeface="Syne Medium"/>
                <a:sym typeface="Syne Medium"/>
              </a:defRPr>
            </a:lvl3pPr>
            <a:lvl4pPr lvl="3" rtl="0" algn="ctr">
              <a:spcBef>
                <a:spcPts val="0"/>
              </a:spcBef>
              <a:spcAft>
                <a:spcPts val="0"/>
              </a:spcAft>
              <a:buSzPts val="3700"/>
              <a:buFont typeface="Syne Medium"/>
              <a:buNone/>
              <a:defRPr sz="3700">
                <a:latin typeface="Syne Medium"/>
                <a:ea typeface="Syne Medium"/>
                <a:cs typeface="Syne Medium"/>
                <a:sym typeface="Syne Medium"/>
              </a:defRPr>
            </a:lvl4pPr>
            <a:lvl5pPr lvl="4" rtl="0" algn="ctr">
              <a:spcBef>
                <a:spcPts val="0"/>
              </a:spcBef>
              <a:spcAft>
                <a:spcPts val="0"/>
              </a:spcAft>
              <a:buSzPts val="3700"/>
              <a:buFont typeface="Syne Medium"/>
              <a:buNone/>
              <a:defRPr sz="3700">
                <a:latin typeface="Syne Medium"/>
                <a:ea typeface="Syne Medium"/>
                <a:cs typeface="Syne Medium"/>
                <a:sym typeface="Syne Medium"/>
              </a:defRPr>
            </a:lvl5pPr>
            <a:lvl6pPr lvl="5" rtl="0" algn="ctr">
              <a:spcBef>
                <a:spcPts val="0"/>
              </a:spcBef>
              <a:spcAft>
                <a:spcPts val="0"/>
              </a:spcAft>
              <a:buSzPts val="3700"/>
              <a:buFont typeface="Syne Medium"/>
              <a:buNone/>
              <a:defRPr sz="3700">
                <a:latin typeface="Syne Medium"/>
                <a:ea typeface="Syne Medium"/>
                <a:cs typeface="Syne Medium"/>
                <a:sym typeface="Syne Medium"/>
              </a:defRPr>
            </a:lvl6pPr>
            <a:lvl7pPr lvl="6" rtl="0" algn="ctr">
              <a:spcBef>
                <a:spcPts val="0"/>
              </a:spcBef>
              <a:spcAft>
                <a:spcPts val="0"/>
              </a:spcAft>
              <a:buSzPts val="3700"/>
              <a:buFont typeface="Syne Medium"/>
              <a:buNone/>
              <a:defRPr sz="3700">
                <a:latin typeface="Syne Medium"/>
                <a:ea typeface="Syne Medium"/>
                <a:cs typeface="Syne Medium"/>
                <a:sym typeface="Syne Medium"/>
              </a:defRPr>
            </a:lvl7pPr>
            <a:lvl8pPr lvl="7" rtl="0" algn="ctr">
              <a:spcBef>
                <a:spcPts val="0"/>
              </a:spcBef>
              <a:spcAft>
                <a:spcPts val="0"/>
              </a:spcAft>
              <a:buSzPts val="3700"/>
              <a:buFont typeface="Syne Medium"/>
              <a:buNone/>
              <a:defRPr sz="3700">
                <a:latin typeface="Syne Medium"/>
                <a:ea typeface="Syne Medium"/>
                <a:cs typeface="Syne Medium"/>
                <a:sym typeface="Syne Medium"/>
              </a:defRPr>
            </a:lvl8pPr>
            <a:lvl9pPr lvl="8" rtl="0" algn="ctr">
              <a:spcBef>
                <a:spcPts val="0"/>
              </a:spcBef>
              <a:spcAft>
                <a:spcPts val="0"/>
              </a:spcAft>
              <a:buSzPts val="3700"/>
              <a:buFont typeface="Syne Medium"/>
              <a:buNone/>
              <a:defRPr sz="3700">
                <a:latin typeface="Syne Medium"/>
                <a:ea typeface="Syne Medium"/>
                <a:cs typeface="Syne Medium"/>
                <a:sym typeface="Syne Medium"/>
              </a:defRPr>
            </a:lvl9pPr>
          </a:lstStyle>
          <a:p/>
        </p:txBody>
      </p:sp>
      <p:sp>
        <p:nvSpPr>
          <p:cNvPr id="203" name="Google Shape;203;p18"/>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04" name="Google Shape;204;p18"/>
          <p:cNvSpPr txBox="1"/>
          <p:nvPr>
            <p:ph idx="2" type="title"/>
          </p:nvPr>
        </p:nvSpPr>
        <p:spPr>
          <a:xfrm>
            <a:off x="1021950" y="2150850"/>
            <a:ext cx="71001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3F3F3"/>
              </a:buClr>
              <a:buSzPts val="3400"/>
              <a:buFont typeface="Inter Medium"/>
              <a:buNone/>
              <a:defRPr i="1" sz="3400">
                <a:solidFill>
                  <a:srgbClr val="F3F3F3"/>
                </a:solidFill>
                <a:latin typeface="Inter Medium"/>
                <a:ea typeface="Inter Medium"/>
                <a:cs typeface="Inter Medium"/>
                <a:sym typeface="Inter Medium"/>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05" name="Google Shape;205;p18"/>
          <p:cNvSpPr txBox="1"/>
          <p:nvPr>
            <p:ph idx="1" type="subTitle"/>
          </p:nvPr>
        </p:nvSpPr>
        <p:spPr>
          <a:xfrm>
            <a:off x="2245650" y="1597275"/>
            <a:ext cx="4652700" cy="5274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F3F3F3"/>
              </a:buClr>
              <a:buSzPts val="1000"/>
              <a:buNone/>
              <a:defRPr sz="1000">
                <a:solidFill>
                  <a:srgbClr val="F3F3F3"/>
                </a:solidFill>
              </a:defRPr>
            </a:lvl1pPr>
            <a:lvl2pPr lvl="1">
              <a:spcBef>
                <a:spcPts val="0"/>
              </a:spcBef>
              <a:spcAft>
                <a:spcPts val="0"/>
              </a:spcAft>
              <a:buClr>
                <a:srgbClr val="F3F3F3"/>
              </a:buClr>
              <a:buSzPts val="1400"/>
              <a:buNone/>
              <a:defRPr>
                <a:solidFill>
                  <a:srgbClr val="F3F3F3"/>
                </a:solidFill>
              </a:defRPr>
            </a:lvl2pPr>
            <a:lvl3pPr lvl="2">
              <a:spcBef>
                <a:spcPts val="0"/>
              </a:spcBef>
              <a:spcAft>
                <a:spcPts val="0"/>
              </a:spcAft>
              <a:buClr>
                <a:srgbClr val="F3F3F3"/>
              </a:buClr>
              <a:buSzPts val="1400"/>
              <a:buNone/>
              <a:defRPr>
                <a:solidFill>
                  <a:srgbClr val="F3F3F3"/>
                </a:solidFill>
              </a:defRPr>
            </a:lvl3pPr>
            <a:lvl4pPr lvl="3">
              <a:spcBef>
                <a:spcPts val="0"/>
              </a:spcBef>
              <a:spcAft>
                <a:spcPts val="0"/>
              </a:spcAft>
              <a:buClr>
                <a:srgbClr val="F3F3F3"/>
              </a:buClr>
              <a:buSzPts val="1400"/>
              <a:buNone/>
              <a:defRPr>
                <a:solidFill>
                  <a:srgbClr val="F3F3F3"/>
                </a:solidFill>
              </a:defRPr>
            </a:lvl4pPr>
            <a:lvl5pPr lvl="4">
              <a:spcBef>
                <a:spcPts val="0"/>
              </a:spcBef>
              <a:spcAft>
                <a:spcPts val="0"/>
              </a:spcAft>
              <a:buClr>
                <a:srgbClr val="F3F3F3"/>
              </a:buClr>
              <a:buSzPts val="1400"/>
              <a:buNone/>
              <a:defRPr>
                <a:solidFill>
                  <a:srgbClr val="F3F3F3"/>
                </a:solidFill>
              </a:defRPr>
            </a:lvl5pPr>
            <a:lvl6pPr lvl="5">
              <a:spcBef>
                <a:spcPts val="0"/>
              </a:spcBef>
              <a:spcAft>
                <a:spcPts val="0"/>
              </a:spcAft>
              <a:buClr>
                <a:srgbClr val="F3F3F3"/>
              </a:buClr>
              <a:buSzPts val="1400"/>
              <a:buNone/>
              <a:defRPr>
                <a:solidFill>
                  <a:srgbClr val="F3F3F3"/>
                </a:solidFill>
              </a:defRPr>
            </a:lvl6pPr>
            <a:lvl7pPr lvl="6">
              <a:spcBef>
                <a:spcPts val="0"/>
              </a:spcBef>
              <a:spcAft>
                <a:spcPts val="0"/>
              </a:spcAft>
              <a:buClr>
                <a:srgbClr val="F3F3F3"/>
              </a:buClr>
              <a:buSzPts val="1400"/>
              <a:buNone/>
              <a:defRPr>
                <a:solidFill>
                  <a:srgbClr val="F3F3F3"/>
                </a:solidFill>
              </a:defRPr>
            </a:lvl7pPr>
            <a:lvl8pPr lvl="7">
              <a:spcBef>
                <a:spcPts val="0"/>
              </a:spcBef>
              <a:spcAft>
                <a:spcPts val="0"/>
              </a:spcAft>
              <a:buClr>
                <a:srgbClr val="F3F3F3"/>
              </a:buClr>
              <a:buSzPts val="1400"/>
              <a:buNone/>
              <a:defRPr>
                <a:solidFill>
                  <a:srgbClr val="F3F3F3"/>
                </a:solidFill>
              </a:defRPr>
            </a:lvl8pPr>
            <a:lvl9pPr lvl="8">
              <a:spcBef>
                <a:spcPts val="0"/>
              </a:spcBef>
              <a:spcAft>
                <a:spcPts val="0"/>
              </a:spcAft>
              <a:buClr>
                <a:srgbClr val="F3F3F3"/>
              </a:buClr>
              <a:buSzPts val="1400"/>
              <a:buNone/>
              <a:defRPr>
                <a:solidFill>
                  <a:srgbClr val="F3F3F3"/>
                </a:solidFill>
              </a:defRPr>
            </a:lvl9pPr>
          </a:lstStyle>
          <a:p/>
        </p:txBody>
      </p:sp>
      <p:pic>
        <p:nvPicPr>
          <p:cNvPr id="206" name="Google Shape;206;p18"/>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207" name="Google Shape;207;p18"/>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208" name="Google Shape;208;p18"/>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texte volumineux">
  <p:cSld name="SECTION_HEADER_1_1_2_3">
    <p:bg>
      <p:bgPr>
        <a:solidFill>
          <a:srgbClr val="EFEFEF"/>
        </a:solidFill>
      </p:bgPr>
    </p:bg>
    <p:spTree>
      <p:nvGrpSpPr>
        <p:cNvPr id="209" name="Shape 209"/>
        <p:cNvGrpSpPr/>
        <p:nvPr/>
      </p:nvGrpSpPr>
      <p:grpSpPr>
        <a:xfrm>
          <a:off x="0" y="0"/>
          <a:ext cx="0" cy="0"/>
          <a:chOff x="0" y="0"/>
          <a:chExt cx="0" cy="0"/>
        </a:xfrm>
      </p:grpSpPr>
      <p:sp>
        <p:nvSpPr>
          <p:cNvPr id="210" name="Google Shape;210;p19"/>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211" name="Google Shape;211;p19"/>
          <p:cNvSpPr txBox="1"/>
          <p:nvPr>
            <p:ph type="title"/>
          </p:nvPr>
        </p:nvSpPr>
        <p:spPr>
          <a:xfrm>
            <a:off x="311700" y="2941200"/>
            <a:ext cx="8520600" cy="432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1500"/>
              <a:buFont typeface="Inter Medium"/>
              <a:buNone/>
              <a:defRPr sz="1500">
                <a:latin typeface="Inter Medium"/>
                <a:ea typeface="Inter Medium"/>
                <a:cs typeface="Inter Medium"/>
                <a:sym typeface="Inter Medium"/>
              </a:defRPr>
            </a:lvl1pPr>
            <a:lvl2pPr lvl="1" rtl="0" algn="ctr">
              <a:spcBef>
                <a:spcPts val="0"/>
              </a:spcBef>
              <a:spcAft>
                <a:spcPts val="0"/>
              </a:spcAft>
              <a:buSzPts val="3700"/>
              <a:buFont typeface="Syne Medium"/>
              <a:buNone/>
              <a:defRPr sz="3700">
                <a:latin typeface="Syne Medium"/>
                <a:ea typeface="Syne Medium"/>
                <a:cs typeface="Syne Medium"/>
                <a:sym typeface="Syne Medium"/>
              </a:defRPr>
            </a:lvl2pPr>
            <a:lvl3pPr lvl="2" rtl="0" algn="ctr">
              <a:spcBef>
                <a:spcPts val="0"/>
              </a:spcBef>
              <a:spcAft>
                <a:spcPts val="0"/>
              </a:spcAft>
              <a:buSzPts val="3700"/>
              <a:buFont typeface="Syne Medium"/>
              <a:buNone/>
              <a:defRPr sz="3700">
                <a:latin typeface="Syne Medium"/>
                <a:ea typeface="Syne Medium"/>
                <a:cs typeface="Syne Medium"/>
                <a:sym typeface="Syne Medium"/>
              </a:defRPr>
            </a:lvl3pPr>
            <a:lvl4pPr lvl="3" rtl="0" algn="ctr">
              <a:spcBef>
                <a:spcPts val="0"/>
              </a:spcBef>
              <a:spcAft>
                <a:spcPts val="0"/>
              </a:spcAft>
              <a:buSzPts val="3700"/>
              <a:buFont typeface="Syne Medium"/>
              <a:buNone/>
              <a:defRPr sz="3700">
                <a:latin typeface="Syne Medium"/>
                <a:ea typeface="Syne Medium"/>
                <a:cs typeface="Syne Medium"/>
                <a:sym typeface="Syne Medium"/>
              </a:defRPr>
            </a:lvl4pPr>
            <a:lvl5pPr lvl="4" rtl="0" algn="ctr">
              <a:spcBef>
                <a:spcPts val="0"/>
              </a:spcBef>
              <a:spcAft>
                <a:spcPts val="0"/>
              </a:spcAft>
              <a:buSzPts val="3700"/>
              <a:buFont typeface="Syne Medium"/>
              <a:buNone/>
              <a:defRPr sz="3700">
                <a:latin typeface="Syne Medium"/>
                <a:ea typeface="Syne Medium"/>
                <a:cs typeface="Syne Medium"/>
                <a:sym typeface="Syne Medium"/>
              </a:defRPr>
            </a:lvl5pPr>
            <a:lvl6pPr lvl="5" rtl="0" algn="ctr">
              <a:spcBef>
                <a:spcPts val="0"/>
              </a:spcBef>
              <a:spcAft>
                <a:spcPts val="0"/>
              </a:spcAft>
              <a:buSzPts val="3700"/>
              <a:buFont typeface="Syne Medium"/>
              <a:buNone/>
              <a:defRPr sz="3700">
                <a:latin typeface="Syne Medium"/>
                <a:ea typeface="Syne Medium"/>
                <a:cs typeface="Syne Medium"/>
                <a:sym typeface="Syne Medium"/>
              </a:defRPr>
            </a:lvl6pPr>
            <a:lvl7pPr lvl="6" rtl="0" algn="ctr">
              <a:spcBef>
                <a:spcPts val="0"/>
              </a:spcBef>
              <a:spcAft>
                <a:spcPts val="0"/>
              </a:spcAft>
              <a:buSzPts val="3700"/>
              <a:buFont typeface="Syne Medium"/>
              <a:buNone/>
              <a:defRPr sz="3700">
                <a:latin typeface="Syne Medium"/>
                <a:ea typeface="Syne Medium"/>
                <a:cs typeface="Syne Medium"/>
                <a:sym typeface="Syne Medium"/>
              </a:defRPr>
            </a:lvl7pPr>
            <a:lvl8pPr lvl="7" rtl="0" algn="ctr">
              <a:spcBef>
                <a:spcPts val="0"/>
              </a:spcBef>
              <a:spcAft>
                <a:spcPts val="0"/>
              </a:spcAft>
              <a:buSzPts val="3700"/>
              <a:buFont typeface="Syne Medium"/>
              <a:buNone/>
              <a:defRPr sz="3700">
                <a:latin typeface="Syne Medium"/>
                <a:ea typeface="Syne Medium"/>
                <a:cs typeface="Syne Medium"/>
                <a:sym typeface="Syne Medium"/>
              </a:defRPr>
            </a:lvl8pPr>
            <a:lvl9pPr lvl="8" rtl="0" algn="ctr">
              <a:spcBef>
                <a:spcPts val="0"/>
              </a:spcBef>
              <a:spcAft>
                <a:spcPts val="0"/>
              </a:spcAft>
              <a:buSzPts val="3700"/>
              <a:buFont typeface="Syne Medium"/>
              <a:buNone/>
              <a:defRPr sz="3700">
                <a:latin typeface="Syne Medium"/>
                <a:ea typeface="Syne Medium"/>
                <a:cs typeface="Syne Medium"/>
                <a:sym typeface="Syne Medium"/>
              </a:defRPr>
            </a:lvl9pPr>
          </a:lstStyle>
          <a:p/>
        </p:txBody>
      </p:sp>
      <p:sp>
        <p:nvSpPr>
          <p:cNvPr id="212" name="Google Shape;212;p19"/>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13" name="Google Shape;213;p19"/>
          <p:cNvSpPr txBox="1"/>
          <p:nvPr>
            <p:ph idx="2" type="title"/>
          </p:nvPr>
        </p:nvSpPr>
        <p:spPr>
          <a:xfrm>
            <a:off x="433675" y="1411525"/>
            <a:ext cx="7100100" cy="33510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3F3F3"/>
              </a:buClr>
              <a:buSzPts val="3400"/>
              <a:buFont typeface="Inter Medium"/>
              <a:buNone/>
              <a:defRPr i="1" sz="3400">
                <a:solidFill>
                  <a:srgbClr val="F3F3F3"/>
                </a:solidFill>
                <a:latin typeface="Inter Medium"/>
                <a:ea typeface="Inter Medium"/>
                <a:cs typeface="Inter Medium"/>
                <a:sym typeface="Inter Medium"/>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pic>
        <p:nvPicPr>
          <p:cNvPr id="214" name="Google Shape;214;p19"/>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215" name="Google Shape;215;p19"/>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216" name="Google Shape;216;p19"/>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217" name="Google Shape;217;p19"/>
          <p:cNvSpPr txBox="1"/>
          <p:nvPr>
            <p:ph idx="1" type="subTitle"/>
          </p:nvPr>
        </p:nvSpPr>
        <p:spPr>
          <a:xfrm>
            <a:off x="433675" y="824025"/>
            <a:ext cx="2560800" cy="2760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75F0FB"/>
              </a:buClr>
              <a:buSzPts val="1000"/>
              <a:buNone/>
              <a:defRPr sz="1000">
                <a:solidFill>
                  <a:srgbClr val="75F0FB"/>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FOM">
  <p:cSld name="SECTION_HEADER_1_1_2_3_1">
    <p:bg>
      <p:bgPr>
        <a:solidFill>
          <a:srgbClr val="EFEFEF"/>
        </a:solidFill>
      </p:bgPr>
    </p:bg>
    <p:spTree>
      <p:nvGrpSpPr>
        <p:cNvPr id="218" name="Shape 218"/>
        <p:cNvGrpSpPr/>
        <p:nvPr/>
      </p:nvGrpSpPr>
      <p:grpSpPr>
        <a:xfrm>
          <a:off x="0" y="0"/>
          <a:ext cx="0" cy="0"/>
          <a:chOff x="0" y="0"/>
          <a:chExt cx="0" cy="0"/>
        </a:xfrm>
      </p:grpSpPr>
      <p:sp>
        <p:nvSpPr>
          <p:cNvPr id="219" name="Google Shape;219;p20"/>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220" name="Google Shape;220;p20"/>
          <p:cNvSpPr txBox="1"/>
          <p:nvPr>
            <p:ph type="title"/>
          </p:nvPr>
        </p:nvSpPr>
        <p:spPr>
          <a:xfrm>
            <a:off x="311700" y="2941200"/>
            <a:ext cx="8520600" cy="43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500"/>
              <a:buFont typeface="Inter Medium"/>
              <a:buNone/>
              <a:defRPr sz="1500">
                <a:latin typeface="Inter Medium"/>
                <a:ea typeface="Inter Medium"/>
                <a:cs typeface="Inter Medium"/>
                <a:sym typeface="Inter Medium"/>
              </a:defRPr>
            </a:lvl1pPr>
            <a:lvl2pPr lvl="1" algn="ctr">
              <a:spcBef>
                <a:spcPts val="0"/>
              </a:spcBef>
              <a:spcAft>
                <a:spcPts val="0"/>
              </a:spcAft>
              <a:buSzPts val="3700"/>
              <a:buFont typeface="Syne Medium"/>
              <a:buNone/>
              <a:defRPr sz="3700">
                <a:latin typeface="Syne Medium"/>
                <a:ea typeface="Syne Medium"/>
                <a:cs typeface="Syne Medium"/>
                <a:sym typeface="Syne Medium"/>
              </a:defRPr>
            </a:lvl2pPr>
            <a:lvl3pPr lvl="2" algn="ctr">
              <a:spcBef>
                <a:spcPts val="0"/>
              </a:spcBef>
              <a:spcAft>
                <a:spcPts val="0"/>
              </a:spcAft>
              <a:buSzPts val="3700"/>
              <a:buFont typeface="Syne Medium"/>
              <a:buNone/>
              <a:defRPr sz="3700">
                <a:latin typeface="Syne Medium"/>
                <a:ea typeface="Syne Medium"/>
                <a:cs typeface="Syne Medium"/>
                <a:sym typeface="Syne Medium"/>
              </a:defRPr>
            </a:lvl3pPr>
            <a:lvl4pPr lvl="3" algn="ctr">
              <a:spcBef>
                <a:spcPts val="0"/>
              </a:spcBef>
              <a:spcAft>
                <a:spcPts val="0"/>
              </a:spcAft>
              <a:buSzPts val="3700"/>
              <a:buFont typeface="Syne Medium"/>
              <a:buNone/>
              <a:defRPr sz="3700">
                <a:latin typeface="Syne Medium"/>
                <a:ea typeface="Syne Medium"/>
                <a:cs typeface="Syne Medium"/>
                <a:sym typeface="Syne Medium"/>
              </a:defRPr>
            </a:lvl4pPr>
            <a:lvl5pPr lvl="4" algn="ctr">
              <a:spcBef>
                <a:spcPts val="0"/>
              </a:spcBef>
              <a:spcAft>
                <a:spcPts val="0"/>
              </a:spcAft>
              <a:buSzPts val="3700"/>
              <a:buFont typeface="Syne Medium"/>
              <a:buNone/>
              <a:defRPr sz="3700">
                <a:latin typeface="Syne Medium"/>
                <a:ea typeface="Syne Medium"/>
                <a:cs typeface="Syne Medium"/>
                <a:sym typeface="Syne Medium"/>
              </a:defRPr>
            </a:lvl5pPr>
            <a:lvl6pPr lvl="5" algn="ctr">
              <a:spcBef>
                <a:spcPts val="0"/>
              </a:spcBef>
              <a:spcAft>
                <a:spcPts val="0"/>
              </a:spcAft>
              <a:buSzPts val="3700"/>
              <a:buFont typeface="Syne Medium"/>
              <a:buNone/>
              <a:defRPr sz="3700">
                <a:latin typeface="Syne Medium"/>
                <a:ea typeface="Syne Medium"/>
                <a:cs typeface="Syne Medium"/>
                <a:sym typeface="Syne Medium"/>
              </a:defRPr>
            </a:lvl6pPr>
            <a:lvl7pPr lvl="6" algn="ctr">
              <a:spcBef>
                <a:spcPts val="0"/>
              </a:spcBef>
              <a:spcAft>
                <a:spcPts val="0"/>
              </a:spcAft>
              <a:buSzPts val="3700"/>
              <a:buFont typeface="Syne Medium"/>
              <a:buNone/>
              <a:defRPr sz="3700">
                <a:latin typeface="Syne Medium"/>
                <a:ea typeface="Syne Medium"/>
                <a:cs typeface="Syne Medium"/>
                <a:sym typeface="Syne Medium"/>
              </a:defRPr>
            </a:lvl7pPr>
            <a:lvl8pPr lvl="7" algn="ctr">
              <a:spcBef>
                <a:spcPts val="0"/>
              </a:spcBef>
              <a:spcAft>
                <a:spcPts val="0"/>
              </a:spcAft>
              <a:buSzPts val="3700"/>
              <a:buFont typeface="Syne Medium"/>
              <a:buNone/>
              <a:defRPr sz="3700">
                <a:latin typeface="Syne Medium"/>
                <a:ea typeface="Syne Medium"/>
                <a:cs typeface="Syne Medium"/>
                <a:sym typeface="Syne Medium"/>
              </a:defRPr>
            </a:lvl8pPr>
            <a:lvl9pPr lvl="8" algn="ctr">
              <a:spcBef>
                <a:spcPts val="0"/>
              </a:spcBef>
              <a:spcAft>
                <a:spcPts val="0"/>
              </a:spcAft>
              <a:buSzPts val="3700"/>
              <a:buFont typeface="Syne Medium"/>
              <a:buNone/>
              <a:defRPr sz="3700">
                <a:latin typeface="Syne Medium"/>
                <a:ea typeface="Syne Medium"/>
                <a:cs typeface="Syne Medium"/>
                <a:sym typeface="Syne Medium"/>
              </a:defRPr>
            </a:lvl9pPr>
          </a:lstStyle>
          <a:p/>
        </p:txBody>
      </p:sp>
      <p:sp>
        <p:nvSpPr>
          <p:cNvPr id="221" name="Google Shape;221;p20"/>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222" name="Google Shape;222;p20"/>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223" name="Google Shape;223;p20"/>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224" name="Google Shape;224;p20"/>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225" name="Google Shape;225;p20"/>
          <p:cNvSpPr/>
          <p:nvPr/>
        </p:nvSpPr>
        <p:spPr>
          <a:xfrm>
            <a:off x="491625" y="804800"/>
            <a:ext cx="6738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Force</a:t>
            </a:r>
            <a:endParaRPr b="1" sz="1000">
              <a:solidFill>
                <a:srgbClr val="F3F3F3"/>
              </a:solidFill>
              <a:latin typeface="Syne"/>
              <a:ea typeface="Syne"/>
              <a:cs typeface="Syne"/>
              <a:sym typeface="Syne"/>
            </a:endParaRPr>
          </a:p>
        </p:txBody>
      </p:sp>
      <p:sp>
        <p:nvSpPr>
          <p:cNvPr id="226" name="Google Shape;226;p20"/>
          <p:cNvSpPr txBox="1"/>
          <p:nvPr>
            <p:ph idx="1" type="body"/>
          </p:nvPr>
        </p:nvSpPr>
        <p:spPr>
          <a:xfrm>
            <a:off x="491625" y="1137375"/>
            <a:ext cx="3807900" cy="1070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lt1"/>
              </a:buClr>
              <a:buSzPts val="900"/>
              <a:buChar char="●"/>
              <a:defRPr sz="900">
                <a:solidFill>
                  <a:schemeClr val="lt1"/>
                </a:solidFill>
              </a:defRPr>
            </a:lvl1pPr>
            <a:lvl2pPr indent="-285750" lvl="1" marL="914400">
              <a:spcBef>
                <a:spcPts val="0"/>
              </a:spcBef>
              <a:spcAft>
                <a:spcPts val="0"/>
              </a:spcAft>
              <a:buClr>
                <a:schemeClr val="lt1"/>
              </a:buClr>
              <a:buSzPts val="900"/>
              <a:buChar char="○"/>
              <a:defRPr sz="900">
                <a:solidFill>
                  <a:schemeClr val="lt1"/>
                </a:solidFill>
              </a:defRPr>
            </a:lvl2pPr>
            <a:lvl3pPr indent="-285750" lvl="2" marL="1371600">
              <a:spcBef>
                <a:spcPts val="0"/>
              </a:spcBef>
              <a:spcAft>
                <a:spcPts val="0"/>
              </a:spcAft>
              <a:buClr>
                <a:schemeClr val="lt1"/>
              </a:buClr>
              <a:buSzPts val="900"/>
              <a:buChar char="■"/>
              <a:defRPr sz="900">
                <a:solidFill>
                  <a:schemeClr val="lt1"/>
                </a:solidFill>
              </a:defRPr>
            </a:lvl3pPr>
            <a:lvl4pPr indent="-285750" lvl="3" marL="1828800">
              <a:spcBef>
                <a:spcPts val="0"/>
              </a:spcBef>
              <a:spcAft>
                <a:spcPts val="0"/>
              </a:spcAft>
              <a:buClr>
                <a:schemeClr val="lt1"/>
              </a:buClr>
              <a:buSzPts val="900"/>
              <a:buChar char="●"/>
              <a:defRPr sz="900">
                <a:solidFill>
                  <a:schemeClr val="lt1"/>
                </a:solidFill>
              </a:defRPr>
            </a:lvl4pPr>
            <a:lvl5pPr indent="-285750" lvl="4" marL="2286000">
              <a:spcBef>
                <a:spcPts val="0"/>
              </a:spcBef>
              <a:spcAft>
                <a:spcPts val="0"/>
              </a:spcAft>
              <a:buClr>
                <a:schemeClr val="lt1"/>
              </a:buClr>
              <a:buSzPts val="900"/>
              <a:buChar char="○"/>
              <a:defRPr sz="900">
                <a:solidFill>
                  <a:schemeClr val="lt1"/>
                </a:solidFill>
              </a:defRPr>
            </a:lvl5pPr>
            <a:lvl6pPr indent="-285750" lvl="5" marL="2743200">
              <a:spcBef>
                <a:spcPts val="0"/>
              </a:spcBef>
              <a:spcAft>
                <a:spcPts val="0"/>
              </a:spcAft>
              <a:buClr>
                <a:schemeClr val="lt1"/>
              </a:buClr>
              <a:buSzPts val="900"/>
              <a:buChar char="■"/>
              <a:defRPr sz="900">
                <a:solidFill>
                  <a:schemeClr val="lt1"/>
                </a:solidFill>
              </a:defRPr>
            </a:lvl6pPr>
            <a:lvl7pPr indent="-285750" lvl="6" marL="3200400">
              <a:spcBef>
                <a:spcPts val="0"/>
              </a:spcBef>
              <a:spcAft>
                <a:spcPts val="0"/>
              </a:spcAft>
              <a:buClr>
                <a:schemeClr val="lt1"/>
              </a:buClr>
              <a:buSzPts val="900"/>
              <a:buChar char="●"/>
              <a:defRPr sz="900">
                <a:solidFill>
                  <a:schemeClr val="lt1"/>
                </a:solidFill>
              </a:defRPr>
            </a:lvl7pPr>
            <a:lvl8pPr indent="-285750" lvl="7" marL="3657600">
              <a:spcBef>
                <a:spcPts val="0"/>
              </a:spcBef>
              <a:spcAft>
                <a:spcPts val="0"/>
              </a:spcAft>
              <a:buClr>
                <a:schemeClr val="lt1"/>
              </a:buClr>
              <a:buSzPts val="900"/>
              <a:buChar char="○"/>
              <a:defRPr sz="900">
                <a:solidFill>
                  <a:schemeClr val="lt1"/>
                </a:solidFill>
              </a:defRPr>
            </a:lvl8pPr>
            <a:lvl9pPr indent="-285750" lvl="8" marL="4114800">
              <a:spcBef>
                <a:spcPts val="0"/>
              </a:spcBef>
              <a:spcAft>
                <a:spcPts val="0"/>
              </a:spcAft>
              <a:buClr>
                <a:schemeClr val="lt1"/>
              </a:buClr>
              <a:buSzPts val="900"/>
              <a:buChar char="■"/>
              <a:defRPr sz="900">
                <a:solidFill>
                  <a:schemeClr val="lt1"/>
                </a:solidFill>
              </a:defRPr>
            </a:lvl9pPr>
          </a:lstStyle>
          <a:p/>
        </p:txBody>
      </p:sp>
      <p:sp>
        <p:nvSpPr>
          <p:cNvPr id="227" name="Google Shape;227;p20"/>
          <p:cNvSpPr/>
          <p:nvPr/>
        </p:nvSpPr>
        <p:spPr>
          <a:xfrm>
            <a:off x="4578350" y="804800"/>
            <a:ext cx="9453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Faiblesse</a:t>
            </a:r>
            <a:endParaRPr b="1" sz="1000">
              <a:solidFill>
                <a:srgbClr val="F3F3F3"/>
              </a:solidFill>
              <a:latin typeface="Syne"/>
              <a:ea typeface="Syne"/>
              <a:cs typeface="Syne"/>
              <a:sym typeface="Syne"/>
            </a:endParaRPr>
          </a:p>
        </p:txBody>
      </p:sp>
      <p:sp>
        <p:nvSpPr>
          <p:cNvPr id="228" name="Google Shape;228;p20"/>
          <p:cNvSpPr txBox="1"/>
          <p:nvPr>
            <p:ph idx="2" type="body"/>
          </p:nvPr>
        </p:nvSpPr>
        <p:spPr>
          <a:xfrm>
            <a:off x="4917975" y="1137375"/>
            <a:ext cx="3807900" cy="1070100"/>
          </a:xfrm>
          <a:prstGeom prst="rect">
            <a:avLst/>
          </a:prstGeom>
        </p:spPr>
        <p:txBody>
          <a:bodyPr anchorCtr="0" anchor="t" bIns="91425" lIns="91425" spcFirstLastPara="1" rIns="91425" wrap="square" tIns="91425">
            <a:noAutofit/>
          </a:bodyPr>
          <a:lstStyle>
            <a:lvl1pPr indent="-285750" lvl="0" marL="457200" rtl="0">
              <a:spcBef>
                <a:spcPts val="0"/>
              </a:spcBef>
              <a:spcAft>
                <a:spcPts val="0"/>
              </a:spcAft>
              <a:buClr>
                <a:schemeClr val="lt1"/>
              </a:buClr>
              <a:buSzPts val="900"/>
              <a:buChar char="●"/>
              <a:defRPr sz="900">
                <a:solidFill>
                  <a:schemeClr val="lt1"/>
                </a:solidFill>
              </a:defRPr>
            </a:lvl1pPr>
            <a:lvl2pPr indent="-285750" lvl="1" marL="914400" rtl="0">
              <a:spcBef>
                <a:spcPts val="0"/>
              </a:spcBef>
              <a:spcAft>
                <a:spcPts val="0"/>
              </a:spcAft>
              <a:buClr>
                <a:schemeClr val="lt1"/>
              </a:buClr>
              <a:buSzPts val="900"/>
              <a:buChar char="○"/>
              <a:defRPr sz="900">
                <a:solidFill>
                  <a:schemeClr val="lt1"/>
                </a:solidFill>
              </a:defRPr>
            </a:lvl2pPr>
            <a:lvl3pPr indent="-285750" lvl="2" marL="1371600" rtl="0">
              <a:spcBef>
                <a:spcPts val="0"/>
              </a:spcBef>
              <a:spcAft>
                <a:spcPts val="0"/>
              </a:spcAft>
              <a:buClr>
                <a:schemeClr val="lt1"/>
              </a:buClr>
              <a:buSzPts val="900"/>
              <a:buChar char="■"/>
              <a:defRPr sz="900">
                <a:solidFill>
                  <a:schemeClr val="lt1"/>
                </a:solidFill>
              </a:defRPr>
            </a:lvl3pPr>
            <a:lvl4pPr indent="-285750" lvl="3" marL="1828800" rtl="0">
              <a:spcBef>
                <a:spcPts val="0"/>
              </a:spcBef>
              <a:spcAft>
                <a:spcPts val="0"/>
              </a:spcAft>
              <a:buClr>
                <a:schemeClr val="lt1"/>
              </a:buClr>
              <a:buSzPts val="900"/>
              <a:buChar char="●"/>
              <a:defRPr sz="900">
                <a:solidFill>
                  <a:schemeClr val="lt1"/>
                </a:solidFill>
              </a:defRPr>
            </a:lvl4pPr>
            <a:lvl5pPr indent="-285750" lvl="4" marL="2286000" rtl="0">
              <a:spcBef>
                <a:spcPts val="0"/>
              </a:spcBef>
              <a:spcAft>
                <a:spcPts val="0"/>
              </a:spcAft>
              <a:buClr>
                <a:schemeClr val="lt1"/>
              </a:buClr>
              <a:buSzPts val="900"/>
              <a:buChar char="○"/>
              <a:defRPr sz="900">
                <a:solidFill>
                  <a:schemeClr val="lt1"/>
                </a:solidFill>
              </a:defRPr>
            </a:lvl5pPr>
            <a:lvl6pPr indent="-285750" lvl="5" marL="2743200" rtl="0">
              <a:spcBef>
                <a:spcPts val="0"/>
              </a:spcBef>
              <a:spcAft>
                <a:spcPts val="0"/>
              </a:spcAft>
              <a:buClr>
                <a:schemeClr val="lt1"/>
              </a:buClr>
              <a:buSzPts val="900"/>
              <a:buChar char="■"/>
              <a:defRPr sz="900">
                <a:solidFill>
                  <a:schemeClr val="lt1"/>
                </a:solidFill>
              </a:defRPr>
            </a:lvl6pPr>
            <a:lvl7pPr indent="-285750" lvl="6" marL="3200400" rtl="0">
              <a:spcBef>
                <a:spcPts val="0"/>
              </a:spcBef>
              <a:spcAft>
                <a:spcPts val="0"/>
              </a:spcAft>
              <a:buClr>
                <a:schemeClr val="lt1"/>
              </a:buClr>
              <a:buSzPts val="900"/>
              <a:buChar char="●"/>
              <a:defRPr sz="900">
                <a:solidFill>
                  <a:schemeClr val="lt1"/>
                </a:solidFill>
              </a:defRPr>
            </a:lvl7pPr>
            <a:lvl8pPr indent="-285750" lvl="7" marL="3657600" rtl="0">
              <a:spcBef>
                <a:spcPts val="0"/>
              </a:spcBef>
              <a:spcAft>
                <a:spcPts val="0"/>
              </a:spcAft>
              <a:buClr>
                <a:schemeClr val="lt1"/>
              </a:buClr>
              <a:buSzPts val="900"/>
              <a:buChar char="○"/>
              <a:defRPr sz="900">
                <a:solidFill>
                  <a:schemeClr val="lt1"/>
                </a:solidFill>
              </a:defRPr>
            </a:lvl8pPr>
            <a:lvl9pPr indent="-285750" lvl="8" marL="4114800" rtl="0">
              <a:spcBef>
                <a:spcPts val="0"/>
              </a:spcBef>
              <a:spcAft>
                <a:spcPts val="0"/>
              </a:spcAft>
              <a:buClr>
                <a:schemeClr val="lt1"/>
              </a:buClr>
              <a:buSzPts val="900"/>
              <a:buChar char="■"/>
              <a:defRPr sz="900">
                <a:solidFill>
                  <a:schemeClr val="lt1"/>
                </a:solidFill>
              </a:defRPr>
            </a:lvl9pPr>
          </a:lstStyle>
          <a:p/>
        </p:txBody>
      </p:sp>
      <p:sp>
        <p:nvSpPr>
          <p:cNvPr id="229" name="Google Shape;229;p20"/>
          <p:cNvSpPr/>
          <p:nvPr/>
        </p:nvSpPr>
        <p:spPr>
          <a:xfrm>
            <a:off x="491625" y="2893800"/>
            <a:ext cx="10848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Opportunité</a:t>
            </a:r>
            <a:endParaRPr b="1" sz="1000">
              <a:solidFill>
                <a:srgbClr val="F3F3F3"/>
              </a:solidFill>
              <a:latin typeface="Syne"/>
              <a:ea typeface="Syne"/>
              <a:cs typeface="Syne"/>
              <a:sym typeface="Syne"/>
            </a:endParaRPr>
          </a:p>
        </p:txBody>
      </p:sp>
      <p:sp>
        <p:nvSpPr>
          <p:cNvPr id="230" name="Google Shape;230;p20"/>
          <p:cNvSpPr txBox="1"/>
          <p:nvPr>
            <p:ph idx="3" type="body"/>
          </p:nvPr>
        </p:nvSpPr>
        <p:spPr>
          <a:xfrm>
            <a:off x="491625" y="3425000"/>
            <a:ext cx="3807900" cy="1070100"/>
          </a:xfrm>
          <a:prstGeom prst="rect">
            <a:avLst/>
          </a:prstGeom>
        </p:spPr>
        <p:txBody>
          <a:bodyPr anchorCtr="0" anchor="t" bIns="91425" lIns="91425" spcFirstLastPara="1" rIns="91425" wrap="square" tIns="91425">
            <a:noAutofit/>
          </a:bodyPr>
          <a:lstStyle>
            <a:lvl1pPr indent="-285750" lvl="0" marL="457200" rtl="0">
              <a:spcBef>
                <a:spcPts val="0"/>
              </a:spcBef>
              <a:spcAft>
                <a:spcPts val="0"/>
              </a:spcAft>
              <a:buClr>
                <a:schemeClr val="lt1"/>
              </a:buClr>
              <a:buSzPts val="900"/>
              <a:buChar char="●"/>
              <a:defRPr sz="900">
                <a:solidFill>
                  <a:schemeClr val="lt1"/>
                </a:solidFill>
              </a:defRPr>
            </a:lvl1pPr>
            <a:lvl2pPr indent="-285750" lvl="1" marL="914400" rtl="0">
              <a:spcBef>
                <a:spcPts val="0"/>
              </a:spcBef>
              <a:spcAft>
                <a:spcPts val="0"/>
              </a:spcAft>
              <a:buClr>
                <a:schemeClr val="lt1"/>
              </a:buClr>
              <a:buSzPts val="900"/>
              <a:buChar char="○"/>
              <a:defRPr sz="900">
                <a:solidFill>
                  <a:schemeClr val="lt1"/>
                </a:solidFill>
              </a:defRPr>
            </a:lvl2pPr>
            <a:lvl3pPr indent="-285750" lvl="2" marL="1371600" rtl="0">
              <a:spcBef>
                <a:spcPts val="0"/>
              </a:spcBef>
              <a:spcAft>
                <a:spcPts val="0"/>
              </a:spcAft>
              <a:buClr>
                <a:schemeClr val="lt1"/>
              </a:buClr>
              <a:buSzPts val="900"/>
              <a:buChar char="■"/>
              <a:defRPr sz="900">
                <a:solidFill>
                  <a:schemeClr val="lt1"/>
                </a:solidFill>
              </a:defRPr>
            </a:lvl3pPr>
            <a:lvl4pPr indent="-285750" lvl="3" marL="1828800" rtl="0">
              <a:spcBef>
                <a:spcPts val="0"/>
              </a:spcBef>
              <a:spcAft>
                <a:spcPts val="0"/>
              </a:spcAft>
              <a:buClr>
                <a:schemeClr val="lt1"/>
              </a:buClr>
              <a:buSzPts val="900"/>
              <a:buChar char="●"/>
              <a:defRPr sz="900">
                <a:solidFill>
                  <a:schemeClr val="lt1"/>
                </a:solidFill>
              </a:defRPr>
            </a:lvl4pPr>
            <a:lvl5pPr indent="-285750" lvl="4" marL="2286000" rtl="0">
              <a:spcBef>
                <a:spcPts val="0"/>
              </a:spcBef>
              <a:spcAft>
                <a:spcPts val="0"/>
              </a:spcAft>
              <a:buClr>
                <a:schemeClr val="lt1"/>
              </a:buClr>
              <a:buSzPts val="900"/>
              <a:buChar char="○"/>
              <a:defRPr sz="900">
                <a:solidFill>
                  <a:schemeClr val="lt1"/>
                </a:solidFill>
              </a:defRPr>
            </a:lvl5pPr>
            <a:lvl6pPr indent="-285750" lvl="5" marL="2743200" rtl="0">
              <a:spcBef>
                <a:spcPts val="0"/>
              </a:spcBef>
              <a:spcAft>
                <a:spcPts val="0"/>
              </a:spcAft>
              <a:buClr>
                <a:schemeClr val="lt1"/>
              </a:buClr>
              <a:buSzPts val="900"/>
              <a:buChar char="■"/>
              <a:defRPr sz="900">
                <a:solidFill>
                  <a:schemeClr val="lt1"/>
                </a:solidFill>
              </a:defRPr>
            </a:lvl6pPr>
            <a:lvl7pPr indent="-285750" lvl="6" marL="3200400" rtl="0">
              <a:spcBef>
                <a:spcPts val="0"/>
              </a:spcBef>
              <a:spcAft>
                <a:spcPts val="0"/>
              </a:spcAft>
              <a:buClr>
                <a:schemeClr val="lt1"/>
              </a:buClr>
              <a:buSzPts val="900"/>
              <a:buChar char="●"/>
              <a:defRPr sz="900">
                <a:solidFill>
                  <a:schemeClr val="lt1"/>
                </a:solidFill>
              </a:defRPr>
            </a:lvl7pPr>
            <a:lvl8pPr indent="-285750" lvl="7" marL="3657600" rtl="0">
              <a:spcBef>
                <a:spcPts val="0"/>
              </a:spcBef>
              <a:spcAft>
                <a:spcPts val="0"/>
              </a:spcAft>
              <a:buClr>
                <a:schemeClr val="lt1"/>
              </a:buClr>
              <a:buSzPts val="900"/>
              <a:buChar char="○"/>
              <a:defRPr sz="900">
                <a:solidFill>
                  <a:schemeClr val="lt1"/>
                </a:solidFill>
              </a:defRPr>
            </a:lvl8pPr>
            <a:lvl9pPr indent="-285750" lvl="8" marL="4114800" rtl="0">
              <a:spcBef>
                <a:spcPts val="0"/>
              </a:spcBef>
              <a:spcAft>
                <a:spcPts val="0"/>
              </a:spcAft>
              <a:buClr>
                <a:schemeClr val="lt1"/>
              </a:buClr>
              <a:buSzPts val="900"/>
              <a:buChar char="■"/>
              <a:defRPr sz="900">
                <a:solidFill>
                  <a:schemeClr val="lt1"/>
                </a:solidFill>
              </a:defRPr>
            </a:lvl9pPr>
          </a:lstStyle>
          <a:p/>
        </p:txBody>
      </p:sp>
      <p:sp>
        <p:nvSpPr>
          <p:cNvPr id="231" name="Google Shape;231;p20"/>
          <p:cNvSpPr/>
          <p:nvPr/>
        </p:nvSpPr>
        <p:spPr>
          <a:xfrm>
            <a:off x="4578350" y="2893800"/>
            <a:ext cx="9132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Menace</a:t>
            </a:r>
            <a:endParaRPr b="1" sz="1000">
              <a:solidFill>
                <a:srgbClr val="F3F3F3"/>
              </a:solidFill>
              <a:latin typeface="Syne"/>
              <a:ea typeface="Syne"/>
              <a:cs typeface="Syne"/>
              <a:sym typeface="Syne"/>
            </a:endParaRPr>
          </a:p>
        </p:txBody>
      </p:sp>
      <p:sp>
        <p:nvSpPr>
          <p:cNvPr id="232" name="Google Shape;232;p20"/>
          <p:cNvSpPr txBox="1"/>
          <p:nvPr>
            <p:ph idx="4" type="body"/>
          </p:nvPr>
        </p:nvSpPr>
        <p:spPr>
          <a:xfrm>
            <a:off x="4917975" y="3425000"/>
            <a:ext cx="3807900" cy="1070100"/>
          </a:xfrm>
          <a:prstGeom prst="rect">
            <a:avLst/>
          </a:prstGeom>
        </p:spPr>
        <p:txBody>
          <a:bodyPr anchorCtr="0" anchor="t" bIns="91425" lIns="91425" spcFirstLastPara="1" rIns="91425" wrap="square" tIns="91425">
            <a:noAutofit/>
          </a:bodyPr>
          <a:lstStyle>
            <a:lvl1pPr indent="-285750" lvl="0" marL="457200" rtl="0">
              <a:spcBef>
                <a:spcPts val="0"/>
              </a:spcBef>
              <a:spcAft>
                <a:spcPts val="0"/>
              </a:spcAft>
              <a:buClr>
                <a:schemeClr val="lt1"/>
              </a:buClr>
              <a:buSzPts val="900"/>
              <a:buChar char="●"/>
              <a:defRPr sz="900">
                <a:solidFill>
                  <a:schemeClr val="lt1"/>
                </a:solidFill>
              </a:defRPr>
            </a:lvl1pPr>
            <a:lvl2pPr indent="-285750" lvl="1" marL="914400" rtl="0">
              <a:spcBef>
                <a:spcPts val="0"/>
              </a:spcBef>
              <a:spcAft>
                <a:spcPts val="0"/>
              </a:spcAft>
              <a:buClr>
                <a:schemeClr val="lt1"/>
              </a:buClr>
              <a:buSzPts val="900"/>
              <a:buChar char="○"/>
              <a:defRPr sz="900">
                <a:solidFill>
                  <a:schemeClr val="lt1"/>
                </a:solidFill>
              </a:defRPr>
            </a:lvl2pPr>
            <a:lvl3pPr indent="-285750" lvl="2" marL="1371600" rtl="0">
              <a:spcBef>
                <a:spcPts val="0"/>
              </a:spcBef>
              <a:spcAft>
                <a:spcPts val="0"/>
              </a:spcAft>
              <a:buClr>
                <a:schemeClr val="lt1"/>
              </a:buClr>
              <a:buSzPts val="900"/>
              <a:buChar char="■"/>
              <a:defRPr sz="900">
                <a:solidFill>
                  <a:schemeClr val="lt1"/>
                </a:solidFill>
              </a:defRPr>
            </a:lvl3pPr>
            <a:lvl4pPr indent="-285750" lvl="3" marL="1828800" rtl="0">
              <a:spcBef>
                <a:spcPts val="0"/>
              </a:spcBef>
              <a:spcAft>
                <a:spcPts val="0"/>
              </a:spcAft>
              <a:buClr>
                <a:schemeClr val="lt1"/>
              </a:buClr>
              <a:buSzPts val="900"/>
              <a:buChar char="●"/>
              <a:defRPr sz="900">
                <a:solidFill>
                  <a:schemeClr val="lt1"/>
                </a:solidFill>
              </a:defRPr>
            </a:lvl4pPr>
            <a:lvl5pPr indent="-285750" lvl="4" marL="2286000" rtl="0">
              <a:spcBef>
                <a:spcPts val="0"/>
              </a:spcBef>
              <a:spcAft>
                <a:spcPts val="0"/>
              </a:spcAft>
              <a:buClr>
                <a:schemeClr val="lt1"/>
              </a:buClr>
              <a:buSzPts val="900"/>
              <a:buChar char="○"/>
              <a:defRPr sz="900">
                <a:solidFill>
                  <a:schemeClr val="lt1"/>
                </a:solidFill>
              </a:defRPr>
            </a:lvl5pPr>
            <a:lvl6pPr indent="-285750" lvl="5" marL="2743200" rtl="0">
              <a:spcBef>
                <a:spcPts val="0"/>
              </a:spcBef>
              <a:spcAft>
                <a:spcPts val="0"/>
              </a:spcAft>
              <a:buClr>
                <a:schemeClr val="lt1"/>
              </a:buClr>
              <a:buSzPts val="900"/>
              <a:buChar char="■"/>
              <a:defRPr sz="900">
                <a:solidFill>
                  <a:schemeClr val="lt1"/>
                </a:solidFill>
              </a:defRPr>
            </a:lvl6pPr>
            <a:lvl7pPr indent="-285750" lvl="6" marL="3200400" rtl="0">
              <a:spcBef>
                <a:spcPts val="0"/>
              </a:spcBef>
              <a:spcAft>
                <a:spcPts val="0"/>
              </a:spcAft>
              <a:buClr>
                <a:schemeClr val="lt1"/>
              </a:buClr>
              <a:buSzPts val="900"/>
              <a:buChar char="●"/>
              <a:defRPr sz="900">
                <a:solidFill>
                  <a:schemeClr val="lt1"/>
                </a:solidFill>
              </a:defRPr>
            </a:lvl7pPr>
            <a:lvl8pPr indent="-285750" lvl="7" marL="3657600" rtl="0">
              <a:spcBef>
                <a:spcPts val="0"/>
              </a:spcBef>
              <a:spcAft>
                <a:spcPts val="0"/>
              </a:spcAft>
              <a:buClr>
                <a:schemeClr val="lt1"/>
              </a:buClr>
              <a:buSzPts val="900"/>
              <a:buChar char="○"/>
              <a:defRPr sz="900">
                <a:solidFill>
                  <a:schemeClr val="lt1"/>
                </a:solidFill>
              </a:defRPr>
            </a:lvl8pPr>
            <a:lvl9pPr indent="-285750" lvl="8" marL="4114800" rtl="0">
              <a:spcBef>
                <a:spcPts val="0"/>
              </a:spcBef>
              <a:spcAft>
                <a:spcPts val="0"/>
              </a:spcAft>
              <a:buClr>
                <a:schemeClr val="lt1"/>
              </a:buClr>
              <a:buSzPts val="900"/>
              <a:buChar char="■"/>
              <a:defRPr sz="900">
                <a:solidFill>
                  <a:schemeClr val="lt1"/>
                </a:solidFill>
              </a:defRPr>
            </a:lvl9pPr>
          </a:lstStyle>
          <a:p/>
        </p:txBody>
      </p:sp>
      <p:cxnSp>
        <p:nvCxnSpPr>
          <p:cNvPr id="233" name="Google Shape;233;p20"/>
          <p:cNvCxnSpPr/>
          <p:nvPr/>
        </p:nvCxnSpPr>
        <p:spPr>
          <a:xfrm>
            <a:off x="4402175" y="823400"/>
            <a:ext cx="0" cy="3828900"/>
          </a:xfrm>
          <a:prstGeom prst="straightConnector1">
            <a:avLst/>
          </a:prstGeom>
          <a:noFill/>
          <a:ln cap="flat" cmpd="sng" w="9525">
            <a:solidFill>
              <a:srgbClr val="EFEFEF"/>
            </a:solidFill>
            <a:prstDash val="solid"/>
            <a:round/>
            <a:headEnd len="med" w="med" type="stealth"/>
            <a:tailEnd len="med" w="med" type="stealth"/>
          </a:ln>
        </p:spPr>
      </p:cxnSp>
      <p:cxnSp>
        <p:nvCxnSpPr>
          <p:cNvPr id="234" name="Google Shape;234;p20"/>
          <p:cNvCxnSpPr/>
          <p:nvPr/>
        </p:nvCxnSpPr>
        <p:spPr>
          <a:xfrm rot="10800000">
            <a:off x="500050" y="2758650"/>
            <a:ext cx="8124900" cy="0"/>
          </a:xfrm>
          <a:prstGeom prst="straightConnector1">
            <a:avLst/>
          </a:prstGeom>
          <a:noFill/>
          <a:ln cap="flat" cmpd="sng" w="9525">
            <a:solidFill>
              <a:srgbClr val="EFEFEF"/>
            </a:solidFill>
            <a:prstDash val="solid"/>
            <a:round/>
            <a:headEnd len="med" w="med" type="stealth"/>
            <a:tailEnd len="med" w="med" type="stealth"/>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2">
  <p:cSld name="SECTION_HEADER_1_1_2_2">
    <p:bg>
      <p:bgPr>
        <a:solidFill>
          <a:srgbClr val="EFEFEF"/>
        </a:solidFill>
      </p:bgPr>
    </p:bg>
    <p:spTree>
      <p:nvGrpSpPr>
        <p:cNvPr id="235" name="Shape 235"/>
        <p:cNvGrpSpPr/>
        <p:nvPr/>
      </p:nvGrpSpPr>
      <p:grpSpPr>
        <a:xfrm>
          <a:off x="0" y="0"/>
          <a:ext cx="0" cy="0"/>
          <a:chOff x="0" y="0"/>
          <a:chExt cx="0" cy="0"/>
        </a:xfrm>
      </p:grpSpPr>
      <p:sp>
        <p:nvSpPr>
          <p:cNvPr id="236" name="Google Shape;236;p21"/>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237" name="Google Shape;237;p21"/>
          <p:cNvSpPr txBox="1"/>
          <p:nvPr>
            <p:ph type="title"/>
          </p:nvPr>
        </p:nvSpPr>
        <p:spPr>
          <a:xfrm>
            <a:off x="311700" y="2941200"/>
            <a:ext cx="8520600" cy="4326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1500"/>
              <a:buFont typeface="Inter Medium"/>
              <a:buNone/>
              <a:defRPr sz="1500">
                <a:latin typeface="Inter Medium"/>
                <a:ea typeface="Inter Medium"/>
                <a:cs typeface="Inter Medium"/>
                <a:sym typeface="Inter Medium"/>
              </a:defRPr>
            </a:lvl1pPr>
            <a:lvl2pPr lvl="1" rtl="0" algn="ctr">
              <a:spcBef>
                <a:spcPts val="0"/>
              </a:spcBef>
              <a:spcAft>
                <a:spcPts val="0"/>
              </a:spcAft>
              <a:buSzPts val="3700"/>
              <a:buFont typeface="Syne Medium"/>
              <a:buNone/>
              <a:defRPr sz="3700">
                <a:latin typeface="Syne Medium"/>
                <a:ea typeface="Syne Medium"/>
                <a:cs typeface="Syne Medium"/>
                <a:sym typeface="Syne Medium"/>
              </a:defRPr>
            </a:lvl2pPr>
            <a:lvl3pPr lvl="2" rtl="0" algn="ctr">
              <a:spcBef>
                <a:spcPts val="0"/>
              </a:spcBef>
              <a:spcAft>
                <a:spcPts val="0"/>
              </a:spcAft>
              <a:buSzPts val="3700"/>
              <a:buFont typeface="Syne Medium"/>
              <a:buNone/>
              <a:defRPr sz="3700">
                <a:latin typeface="Syne Medium"/>
                <a:ea typeface="Syne Medium"/>
                <a:cs typeface="Syne Medium"/>
                <a:sym typeface="Syne Medium"/>
              </a:defRPr>
            </a:lvl3pPr>
            <a:lvl4pPr lvl="3" rtl="0" algn="ctr">
              <a:spcBef>
                <a:spcPts val="0"/>
              </a:spcBef>
              <a:spcAft>
                <a:spcPts val="0"/>
              </a:spcAft>
              <a:buSzPts val="3700"/>
              <a:buFont typeface="Syne Medium"/>
              <a:buNone/>
              <a:defRPr sz="3700">
                <a:latin typeface="Syne Medium"/>
                <a:ea typeface="Syne Medium"/>
                <a:cs typeface="Syne Medium"/>
                <a:sym typeface="Syne Medium"/>
              </a:defRPr>
            </a:lvl4pPr>
            <a:lvl5pPr lvl="4" rtl="0" algn="ctr">
              <a:spcBef>
                <a:spcPts val="0"/>
              </a:spcBef>
              <a:spcAft>
                <a:spcPts val="0"/>
              </a:spcAft>
              <a:buSzPts val="3700"/>
              <a:buFont typeface="Syne Medium"/>
              <a:buNone/>
              <a:defRPr sz="3700">
                <a:latin typeface="Syne Medium"/>
                <a:ea typeface="Syne Medium"/>
                <a:cs typeface="Syne Medium"/>
                <a:sym typeface="Syne Medium"/>
              </a:defRPr>
            </a:lvl5pPr>
            <a:lvl6pPr lvl="5" rtl="0" algn="ctr">
              <a:spcBef>
                <a:spcPts val="0"/>
              </a:spcBef>
              <a:spcAft>
                <a:spcPts val="0"/>
              </a:spcAft>
              <a:buSzPts val="3700"/>
              <a:buFont typeface="Syne Medium"/>
              <a:buNone/>
              <a:defRPr sz="3700">
                <a:latin typeface="Syne Medium"/>
                <a:ea typeface="Syne Medium"/>
                <a:cs typeface="Syne Medium"/>
                <a:sym typeface="Syne Medium"/>
              </a:defRPr>
            </a:lvl6pPr>
            <a:lvl7pPr lvl="6" rtl="0" algn="ctr">
              <a:spcBef>
                <a:spcPts val="0"/>
              </a:spcBef>
              <a:spcAft>
                <a:spcPts val="0"/>
              </a:spcAft>
              <a:buSzPts val="3700"/>
              <a:buFont typeface="Syne Medium"/>
              <a:buNone/>
              <a:defRPr sz="3700">
                <a:latin typeface="Syne Medium"/>
                <a:ea typeface="Syne Medium"/>
                <a:cs typeface="Syne Medium"/>
                <a:sym typeface="Syne Medium"/>
              </a:defRPr>
            </a:lvl7pPr>
            <a:lvl8pPr lvl="7" rtl="0" algn="ctr">
              <a:spcBef>
                <a:spcPts val="0"/>
              </a:spcBef>
              <a:spcAft>
                <a:spcPts val="0"/>
              </a:spcAft>
              <a:buSzPts val="3700"/>
              <a:buFont typeface="Syne Medium"/>
              <a:buNone/>
              <a:defRPr sz="3700">
                <a:latin typeface="Syne Medium"/>
                <a:ea typeface="Syne Medium"/>
                <a:cs typeface="Syne Medium"/>
                <a:sym typeface="Syne Medium"/>
              </a:defRPr>
            </a:lvl8pPr>
            <a:lvl9pPr lvl="8" rtl="0" algn="ctr">
              <a:spcBef>
                <a:spcPts val="0"/>
              </a:spcBef>
              <a:spcAft>
                <a:spcPts val="0"/>
              </a:spcAft>
              <a:buSzPts val="3700"/>
              <a:buFont typeface="Syne Medium"/>
              <a:buNone/>
              <a:defRPr sz="3700">
                <a:latin typeface="Syne Medium"/>
                <a:ea typeface="Syne Medium"/>
                <a:cs typeface="Syne Medium"/>
                <a:sym typeface="Syne Medium"/>
              </a:defRPr>
            </a:lvl9pPr>
          </a:lstStyle>
          <a:p/>
        </p:txBody>
      </p:sp>
      <p:sp>
        <p:nvSpPr>
          <p:cNvPr id="238" name="Google Shape;238;p21"/>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239" name="Google Shape;239;p21"/>
          <p:cNvPicPr preferRelativeResize="0"/>
          <p:nvPr/>
        </p:nvPicPr>
        <p:blipFill>
          <a:blip r:embed="rId2">
            <a:alphaModFix/>
          </a:blip>
          <a:stretch>
            <a:fillRect/>
          </a:stretch>
        </p:blipFill>
        <p:spPr>
          <a:xfrm>
            <a:off x="8210500" y="356375"/>
            <a:ext cx="621801" cy="104800"/>
          </a:xfrm>
          <a:prstGeom prst="rect">
            <a:avLst/>
          </a:prstGeom>
          <a:noFill/>
          <a:ln>
            <a:noFill/>
          </a:ln>
        </p:spPr>
      </p:pic>
      <p:graphicFrame>
        <p:nvGraphicFramePr>
          <p:cNvPr id="240" name="Google Shape;240;p21"/>
          <p:cNvGraphicFramePr/>
          <p:nvPr/>
        </p:nvGraphicFramePr>
        <p:xfrm>
          <a:off x="562900" y="2110500"/>
          <a:ext cx="3000000" cy="3000000"/>
        </p:xfrm>
        <a:graphic>
          <a:graphicData uri="http://schemas.openxmlformats.org/drawingml/2006/table">
            <a:tbl>
              <a:tblPr>
                <a:noFill/>
                <a:tableStyleId>{F9BD620C-6352-4BDA-BD67-97E8F4503D0C}</a:tableStyleId>
              </a:tblPr>
              <a:tblGrid>
                <a:gridCol w="2008200"/>
                <a:gridCol w="2008200"/>
                <a:gridCol w="2008200"/>
                <a:gridCol w="2008200"/>
              </a:tblGrid>
              <a:tr h="341975">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r>
              <a:tr h="709975">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r>
              <a:tr h="709975">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r>
              <a:tr h="709975">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c>
                  <a:txBody>
                    <a:bodyPr/>
                    <a:lstStyle/>
                    <a:p>
                      <a:pPr indent="0" lvl="0" marL="0" rtl="0" algn="l">
                        <a:spcBef>
                          <a:spcPts val="0"/>
                        </a:spcBef>
                        <a:spcAft>
                          <a:spcPts val="0"/>
                        </a:spcAft>
                        <a:buNone/>
                      </a:pPr>
                      <a:r>
                        <a:t/>
                      </a:r>
                      <a:endParaRPr sz="900">
                        <a:solidFill>
                          <a:srgbClr val="F3F3F3"/>
                        </a:solidFill>
                        <a:latin typeface="Inter"/>
                        <a:ea typeface="Inter"/>
                        <a:cs typeface="Inter"/>
                        <a:sym typeface="Inter"/>
                      </a:endParaRPr>
                    </a:p>
                  </a:txBody>
                  <a:tcPr marT="91425" marB="91425" marR="91425" marL="91425">
                    <a:lnL cap="flat" cmpd="sng" w="9525">
                      <a:solidFill>
                        <a:srgbClr val="142432"/>
                      </a:solidFill>
                      <a:prstDash val="solid"/>
                      <a:round/>
                      <a:headEnd len="sm" w="sm" type="none"/>
                      <a:tailEnd len="sm" w="sm" type="none"/>
                    </a:lnL>
                    <a:lnR cap="flat" cmpd="sng" w="9525">
                      <a:solidFill>
                        <a:srgbClr val="142432"/>
                      </a:solidFill>
                      <a:prstDash val="solid"/>
                      <a:round/>
                      <a:headEnd len="sm" w="sm" type="none"/>
                      <a:tailEnd len="sm" w="sm" type="none"/>
                    </a:lnR>
                    <a:lnT cap="flat" cmpd="sng" w="9525">
                      <a:solidFill>
                        <a:srgbClr val="142432"/>
                      </a:solidFill>
                      <a:prstDash val="solid"/>
                      <a:round/>
                      <a:headEnd len="sm" w="sm" type="none"/>
                      <a:tailEnd len="sm" w="sm" type="none"/>
                    </a:lnT>
                    <a:lnB cap="flat" cmpd="sng" w="9525">
                      <a:solidFill>
                        <a:srgbClr val="142432"/>
                      </a:solidFill>
                      <a:prstDash val="solid"/>
                      <a:round/>
                      <a:headEnd len="sm" w="sm" type="none"/>
                      <a:tailEnd len="sm" w="sm" type="none"/>
                    </a:lnB>
                    <a:solidFill>
                      <a:schemeClr val="dk1"/>
                    </a:solidFill>
                  </a:tcPr>
                </a:tc>
              </a:tr>
            </a:tbl>
          </a:graphicData>
        </a:graphic>
      </p:graphicFrame>
      <p:sp>
        <p:nvSpPr>
          <p:cNvPr id="241" name="Google Shape;241;p21"/>
          <p:cNvSpPr txBox="1"/>
          <p:nvPr>
            <p:ph idx="2" type="title"/>
          </p:nvPr>
        </p:nvSpPr>
        <p:spPr>
          <a:xfrm>
            <a:off x="562825" y="778075"/>
            <a:ext cx="8032800" cy="1294800"/>
          </a:xfrm>
          <a:prstGeom prst="rect">
            <a:avLst/>
          </a:prstGeom>
        </p:spPr>
        <p:txBody>
          <a:bodyPr anchorCtr="0" anchor="b" bIns="91425" lIns="0" spcFirstLastPara="1" rIns="91425" wrap="square" tIns="91425">
            <a:noAutofit/>
          </a:bodyPr>
          <a:lstStyle>
            <a:lvl1pPr lvl="0" rtl="0">
              <a:spcBef>
                <a:spcPts val="0"/>
              </a:spcBef>
              <a:spcAft>
                <a:spcPts val="0"/>
              </a:spcAft>
              <a:buClr>
                <a:srgbClr val="F3F3F3"/>
              </a:buClr>
              <a:buSzPts val="3100"/>
              <a:buFont typeface="Syne"/>
              <a:buNone/>
              <a:defRPr b="1" sz="3100">
                <a:solidFill>
                  <a:srgbClr val="F3F3F3"/>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2" name="Google Shape;242;p21"/>
          <p:cNvSpPr txBox="1"/>
          <p:nvPr>
            <p:ph idx="3" type="title"/>
          </p:nvPr>
        </p:nvSpPr>
        <p:spPr>
          <a:xfrm>
            <a:off x="668900" y="2205150"/>
            <a:ext cx="1815600" cy="206100"/>
          </a:xfrm>
          <a:prstGeom prst="rect">
            <a:avLst/>
          </a:prstGeom>
        </p:spPr>
        <p:txBody>
          <a:bodyPr anchorCtr="0" anchor="ctr" bIns="91425" lIns="91425" spcFirstLastPara="1" rIns="91425" wrap="square" tIns="91425">
            <a:noAutofit/>
          </a:bodyPr>
          <a:lstStyle>
            <a:lvl1pPr lvl="0">
              <a:spcBef>
                <a:spcPts val="0"/>
              </a:spcBef>
              <a:spcAft>
                <a:spcPts val="0"/>
              </a:spcAft>
              <a:buClr>
                <a:srgbClr val="F3F3F3"/>
              </a:buClr>
              <a:buSzPts val="1000"/>
              <a:buFont typeface="Syne"/>
              <a:buNone/>
              <a:defRPr b="1" sz="1000">
                <a:solidFill>
                  <a:srgbClr val="F3F3F3"/>
                </a:solidFill>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3" name="Google Shape;243;p21"/>
          <p:cNvSpPr txBox="1"/>
          <p:nvPr>
            <p:ph idx="4" type="title"/>
          </p:nvPr>
        </p:nvSpPr>
        <p:spPr>
          <a:xfrm>
            <a:off x="2646175" y="2205150"/>
            <a:ext cx="1815600" cy="2061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1000"/>
              <a:buFont typeface="Syne"/>
              <a:buNone/>
              <a:defRPr b="1" sz="1000">
                <a:solidFill>
                  <a:srgbClr val="F3F3F3"/>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4" name="Google Shape;244;p21"/>
          <p:cNvSpPr txBox="1"/>
          <p:nvPr>
            <p:ph idx="5" type="title"/>
          </p:nvPr>
        </p:nvSpPr>
        <p:spPr>
          <a:xfrm>
            <a:off x="4623450" y="2205150"/>
            <a:ext cx="1815600" cy="2061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1000"/>
              <a:buFont typeface="Syne"/>
              <a:buNone/>
              <a:defRPr b="1" sz="1000">
                <a:solidFill>
                  <a:srgbClr val="F3F3F3"/>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5" name="Google Shape;245;p21"/>
          <p:cNvSpPr txBox="1"/>
          <p:nvPr>
            <p:ph idx="6" type="title"/>
          </p:nvPr>
        </p:nvSpPr>
        <p:spPr>
          <a:xfrm>
            <a:off x="6600725" y="2205150"/>
            <a:ext cx="1815600" cy="206100"/>
          </a:xfrm>
          <a:prstGeom prst="rect">
            <a:avLst/>
          </a:prstGeom>
        </p:spPr>
        <p:txBody>
          <a:bodyPr anchorCtr="0" anchor="ctr" bIns="91425" lIns="91425" spcFirstLastPara="1" rIns="91425" wrap="square" tIns="91425">
            <a:noAutofit/>
          </a:bodyPr>
          <a:lstStyle>
            <a:lvl1pPr lvl="0" rtl="0">
              <a:spcBef>
                <a:spcPts val="0"/>
              </a:spcBef>
              <a:spcAft>
                <a:spcPts val="0"/>
              </a:spcAft>
              <a:buClr>
                <a:srgbClr val="F3F3F3"/>
              </a:buClr>
              <a:buSzPts val="1000"/>
              <a:buFont typeface="Syne"/>
              <a:buNone/>
              <a:defRPr b="1" sz="1000">
                <a:solidFill>
                  <a:srgbClr val="F3F3F3"/>
                </a:solidFill>
                <a:latin typeface="Syne"/>
                <a:ea typeface="Syne"/>
                <a:cs typeface="Syne"/>
                <a:sym typeface="Sy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6" name="Google Shape;246;p21"/>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247" name="Google Shape;247;p21"/>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fs numérique">
  <p:cSld name="SECTION_HEADER_1_1_2_2_1">
    <p:bg>
      <p:bgPr>
        <a:solidFill>
          <a:srgbClr val="EFEFEF"/>
        </a:solidFill>
      </p:bgPr>
    </p:bg>
    <p:spTree>
      <p:nvGrpSpPr>
        <p:cNvPr id="248" name="Shape 248"/>
        <p:cNvGrpSpPr/>
        <p:nvPr/>
      </p:nvGrpSpPr>
      <p:grpSpPr>
        <a:xfrm>
          <a:off x="0" y="0"/>
          <a:ext cx="0" cy="0"/>
          <a:chOff x="0" y="0"/>
          <a:chExt cx="0" cy="0"/>
        </a:xfrm>
      </p:grpSpPr>
      <p:sp>
        <p:nvSpPr>
          <p:cNvPr id="249" name="Google Shape;249;p22"/>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250" name="Google Shape;250;p22"/>
          <p:cNvSpPr txBox="1"/>
          <p:nvPr>
            <p:ph type="title"/>
          </p:nvPr>
        </p:nvSpPr>
        <p:spPr>
          <a:xfrm>
            <a:off x="311700" y="2941200"/>
            <a:ext cx="8520600" cy="432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500"/>
              <a:buFont typeface="Inter Medium"/>
              <a:buNone/>
              <a:defRPr sz="1500">
                <a:latin typeface="Inter Medium"/>
                <a:ea typeface="Inter Medium"/>
                <a:cs typeface="Inter Medium"/>
                <a:sym typeface="Inter Medium"/>
              </a:defRPr>
            </a:lvl1pPr>
            <a:lvl2pPr lvl="1" algn="ctr">
              <a:spcBef>
                <a:spcPts val="0"/>
              </a:spcBef>
              <a:spcAft>
                <a:spcPts val="0"/>
              </a:spcAft>
              <a:buSzPts val="3700"/>
              <a:buFont typeface="Syne Medium"/>
              <a:buNone/>
              <a:defRPr sz="3700">
                <a:latin typeface="Syne Medium"/>
                <a:ea typeface="Syne Medium"/>
                <a:cs typeface="Syne Medium"/>
                <a:sym typeface="Syne Medium"/>
              </a:defRPr>
            </a:lvl2pPr>
            <a:lvl3pPr lvl="2" algn="ctr">
              <a:spcBef>
                <a:spcPts val="0"/>
              </a:spcBef>
              <a:spcAft>
                <a:spcPts val="0"/>
              </a:spcAft>
              <a:buSzPts val="3700"/>
              <a:buFont typeface="Syne Medium"/>
              <a:buNone/>
              <a:defRPr sz="3700">
                <a:latin typeface="Syne Medium"/>
                <a:ea typeface="Syne Medium"/>
                <a:cs typeface="Syne Medium"/>
                <a:sym typeface="Syne Medium"/>
              </a:defRPr>
            </a:lvl3pPr>
            <a:lvl4pPr lvl="3" algn="ctr">
              <a:spcBef>
                <a:spcPts val="0"/>
              </a:spcBef>
              <a:spcAft>
                <a:spcPts val="0"/>
              </a:spcAft>
              <a:buSzPts val="3700"/>
              <a:buFont typeface="Syne Medium"/>
              <a:buNone/>
              <a:defRPr sz="3700">
                <a:latin typeface="Syne Medium"/>
                <a:ea typeface="Syne Medium"/>
                <a:cs typeface="Syne Medium"/>
                <a:sym typeface="Syne Medium"/>
              </a:defRPr>
            </a:lvl4pPr>
            <a:lvl5pPr lvl="4" algn="ctr">
              <a:spcBef>
                <a:spcPts val="0"/>
              </a:spcBef>
              <a:spcAft>
                <a:spcPts val="0"/>
              </a:spcAft>
              <a:buSzPts val="3700"/>
              <a:buFont typeface="Syne Medium"/>
              <a:buNone/>
              <a:defRPr sz="3700">
                <a:latin typeface="Syne Medium"/>
                <a:ea typeface="Syne Medium"/>
                <a:cs typeface="Syne Medium"/>
                <a:sym typeface="Syne Medium"/>
              </a:defRPr>
            </a:lvl5pPr>
            <a:lvl6pPr lvl="5" algn="ctr">
              <a:spcBef>
                <a:spcPts val="0"/>
              </a:spcBef>
              <a:spcAft>
                <a:spcPts val="0"/>
              </a:spcAft>
              <a:buSzPts val="3700"/>
              <a:buFont typeface="Syne Medium"/>
              <a:buNone/>
              <a:defRPr sz="3700">
                <a:latin typeface="Syne Medium"/>
                <a:ea typeface="Syne Medium"/>
                <a:cs typeface="Syne Medium"/>
                <a:sym typeface="Syne Medium"/>
              </a:defRPr>
            </a:lvl6pPr>
            <a:lvl7pPr lvl="6" algn="ctr">
              <a:spcBef>
                <a:spcPts val="0"/>
              </a:spcBef>
              <a:spcAft>
                <a:spcPts val="0"/>
              </a:spcAft>
              <a:buSzPts val="3700"/>
              <a:buFont typeface="Syne Medium"/>
              <a:buNone/>
              <a:defRPr sz="3700">
                <a:latin typeface="Syne Medium"/>
                <a:ea typeface="Syne Medium"/>
                <a:cs typeface="Syne Medium"/>
                <a:sym typeface="Syne Medium"/>
              </a:defRPr>
            </a:lvl7pPr>
            <a:lvl8pPr lvl="7" algn="ctr">
              <a:spcBef>
                <a:spcPts val="0"/>
              </a:spcBef>
              <a:spcAft>
                <a:spcPts val="0"/>
              </a:spcAft>
              <a:buSzPts val="3700"/>
              <a:buFont typeface="Syne Medium"/>
              <a:buNone/>
              <a:defRPr sz="3700">
                <a:latin typeface="Syne Medium"/>
                <a:ea typeface="Syne Medium"/>
                <a:cs typeface="Syne Medium"/>
                <a:sym typeface="Syne Medium"/>
              </a:defRPr>
            </a:lvl8pPr>
            <a:lvl9pPr lvl="8" algn="ctr">
              <a:spcBef>
                <a:spcPts val="0"/>
              </a:spcBef>
              <a:spcAft>
                <a:spcPts val="0"/>
              </a:spcAft>
              <a:buSzPts val="3700"/>
              <a:buFont typeface="Syne Medium"/>
              <a:buNone/>
              <a:defRPr sz="3700">
                <a:latin typeface="Syne Medium"/>
                <a:ea typeface="Syne Medium"/>
                <a:cs typeface="Syne Medium"/>
                <a:sym typeface="Syne Medium"/>
              </a:defRPr>
            </a:lvl9pPr>
          </a:lstStyle>
          <a:p/>
        </p:txBody>
      </p:sp>
      <p:sp>
        <p:nvSpPr>
          <p:cNvPr id="251" name="Google Shape;251;p22"/>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252" name="Google Shape;252;p22"/>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253" name="Google Shape;253;p22"/>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254" name="Google Shape;254;p22"/>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255" name="Google Shape;255;p22"/>
          <p:cNvSpPr/>
          <p:nvPr/>
        </p:nvSpPr>
        <p:spPr>
          <a:xfrm>
            <a:off x="491625" y="804800"/>
            <a:ext cx="8925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Site Web</a:t>
            </a:r>
            <a:endParaRPr b="1" sz="1000">
              <a:solidFill>
                <a:srgbClr val="F3F3F3"/>
              </a:solidFill>
              <a:latin typeface="Syne"/>
              <a:ea typeface="Syne"/>
              <a:cs typeface="Syne"/>
              <a:sym typeface="Syne"/>
            </a:endParaRPr>
          </a:p>
        </p:txBody>
      </p:sp>
      <p:sp>
        <p:nvSpPr>
          <p:cNvPr id="256" name="Google Shape;256;p22"/>
          <p:cNvSpPr/>
          <p:nvPr/>
        </p:nvSpPr>
        <p:spPr>
          <a:xfrm>
            <a:off x="3236425" y="804800"/>
            <a:ext cx="9885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Facebook</a:t>
            </a:r>
            <a:endParaRPr b="1" sz="1000">
              <a:solidFill>
                <a:srgbClr val="F3F3F3"/>
              </a:solidFill>
              <a:latin typeface="Syne"/>
              <a:ea typeface="Syne"/>
              <a:cs typeface="Syne"/>
              <a:sym typeface="Syne"/>
            </a:endParaRPr>
          </a:p>
        </p:txBody>
      </p:sp>
      <p:sp>
        <p:nvSpPr>
          <p:cNvPr id="257" name="Google Shape;257;p22"/>
          <p:cNvSpPr/>
          <p:nvPr/>
        </p:nvSpPr>
        <p:spPr>
          <a:xfrm>
            <a:off x="491625" y="2803225"/>
            <a:ext cx="8925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LinkedIn</a:t>
            </a:r>
            <a:endParaRPr b="1" sz="1000">
              <a:solidFill>
                <a:srgbClr val="F3F3F3"/>
              </a:solidFill>
              <a:latin typeface="Syne"/>
              <a:ea typeface="Syne"/>
              <a:cs typeface="Syne"/>
              <a:sym typeface="Syne"/>
            </a:endParaRPr>
          </a:p>
        </p:txBody>
      </p:sp>
      <p:sp>
        <p:nvSpPr>
          <p:cNvPr id="258" name="Google Shape;258;p22"/>
          <p:cNvSpPr/>
          <p:nvPr/>
        </p:nvSpPr>
        <p:spPr>
          <a:xfrm>
            <a:off x="4577825" y="2803225"/>
            <a:ext cx="9438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Youtube</a:t>
            </a:r>
            <a:endParaRPr b="1" sz="1000">
              <a:solidFill>
                <a:srgbClr val="F3F3F3"/>
              </a:solidFill>
              <a:latin typeface="Syne"/>
              <a:ea typeface="Syne"/>
              <a:cs typeface="Syne"/>
              <a:sym typeface="Syne"/>
            </a:endParaRPr>
          </a:p>
        </p:txBody>
      </p:sp>
      <p:sp>
        <p:nvSpPr>
          <p:cNvPr id="259" name="Google Shape;259;p22"/>
          <p:cNvSpPr/>
          <p:nvPr/>
        </p:nvSpPr>
        <p:spPr>
          <a:xfrm>
            <a:off x="5987050" y="804800"/>
            <a:ext cx="9885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Instagram</a:t>
            </a:r>
            <a:endParaRPr b="1" sz="1000">
              <a:solidFill>
                <a:srgbClr val="F3F3F3"/>
              </a:solidFill>
              <a:latin typeface="Syne"/>
              <a:ea typeface="Syne"/>
              <a:cs typeface="Syne"/>
              <a:sym typeface="Syne"/>
            </a:endParaRPr>
          </a:p>
        </p:txBody>
      </p:sp>
      <p:pic>
        <p:nvPicPr>
          <p:cNvPr id="260" name="Google Shape;260;p22"/>
          <p:cNvPicPr preferRelativeResize="0"/>
          <p:nvPr/>
        </p:nvPicPr>
        <p:blipFill>
          <a:blip r:embed="rId4">
            <a:alphaModFix/>
          </a:blip>
          <a:stretch>
            <a:fillRect/>
          </a:stretch>
        </p:blipFill>
        <p:spPr>
          <a:xfrm>
            <a:off x="491625" y="1201451"/>
            <a:ext cx="207500" cy="207500"/>
          </a:xfrm>
          <a:prstGeom prst="rect">
            <a:avLst/>
          </a:prstGeom>
          <a:noFill/>
          <a:ln>
            <a:noFill/>
          </a:ln>
        </p:spPr>
      </p:pic>
      <p:sp>
        <p:nvSpPr>
          <p:cNvPr id="261" name="Google Shape;261;p22"/>
          <p:cNvSpPr/>
          <p:nvPr/>
        </p:nvSpPr>
        <p:spPr>
          <a:xfrm>
            <a:off x="485775" y="1147675"/>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2" name="Google Shape;262;p22"/>
          <p:cNvSpPr/>
          <p:nvPr/>
        </p:nvSpPr>
        <p:spPr>
          <a:xfrm>
            <a:off x="3236413" y="1147675"/>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3" name="Google Shape;263;p22"/>
          <p:cNvSpPr/>
          <p:nvPr/>
        </p:nvSpPr>
        <p:spPr>
          <a:xfrm>
            <a:off x="5987051" y="1147675"/>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4" name="Google Shape;264;p22"/>
          <p:cNvSpPr/>
          <p:nvPr/>
        </p:nvSpPr>
        <p:spPr>
          <a:xfrm>
            <a:off x="485775" y="3133075"/>
            <a:ext cx="40263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65" name="Google Shape;265;p22"/>
          <p:cNvSpPr/>
          <p:nvPr/>
        </p:nvSpPr>
        <p:spPr>
          <a:xfrm>
            <a:off x="4577825" y="3133075"/>
            <a:ext cx="40803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266" name="Google Shape;266;p22"/>
          <p:cNvPicPr preferRelativeResize="0"/>
          <p:nvPr/>
        </p:nvPicPr>
        <p:blipFill>
          <a:blip r:embed="rId4">
            <a:alphaModFix/>
          </a:blip>
          <a:stretch>
            <a:fillRect/>
          </a:stretch>
        </p:blipFill>
        <p:spPr>
          <a:xfrm>
            <a:off x="2884913" y="2423713"/>
            <a:ext cx="207500" cy="207500"/>
          </a:xfrm>
          <a:prstGeom prst="rect">
            <a:avLst/>
          </a:prstGeom>
          <a:noFill/>
          <a:ln>
            <a:noFill/>
          </a:ln>
        </p:spPr>
      </p:pic>
      <p:pic>
        <p:nvPicPr>
          <p:cNvPr id="267" name="Google Shape;267;p22"/>
          <p:cNvPicPr preferRelativeResize="0"/>
          <p:nvPr/>
        </p:nvPicPr>
        <p:blipFill>
          <a:blip r:embed="rId5">
            <a:alphaModFix/>
          </a:blip>
          <a:stretch>
            <a:fillRect/>
          </a:stretch>
        </p:blipFill>
        <p:spPr>
          <a:xfrm>
            <a:off x="5658731" y="2442473"/>
            <a:ext cx="170013" cy="170013"/>
          </a:xfrm>
          <a:prstGeom prst="rect">
            <a:avLst/>
          </a:prstGeom>
          <a:noFill/>
          <a:ln>
            <a:noFill/>
          </a:ln>
        </p:spPr>
      </p:pic>
      <p:pic>
        <p:nvPicPr>
          <p:cNvPr id="268" name="Google Shape;268;p22"/>
          <p:cNvPicPr preferRelativeResize="0"/>
          <p:nvPr/>
        </p:nvPicPr>
        <p:blipFill>
          <a:blip r:embed="rId6">
            <a:alphaModFix/>
          </a:blip>
          <a:stretch>
            <a:fillRect/>
          </a:stretch>
        </p:blipFill>
        <p:spPr>
          <a:xfrm>
            <a:off x="8395056" y="2442486"/>
            <a:ext cx="170000" cy="170000"/>
          </a:xfrm>
          <a:prstGeom prst="rect">
            <a:avLst/>
          </a:prstGeom>
          <a:noFill/>
          <a:ln>
            <a:noFill/>
          </a:ln>
        </p:spPr>
      </p:pic>
      <p:pic>
        <p:nvPicPr>
          <p:cNvPr id="269" name="Google Shape;269;p22"/>
          <p:cNvPicPr preferRelativeResize="0"/>
          <p:nvPr/>
        </p:nvPicPr>
        <p:blipFill>
          <a:blip r:embed="rId4">
            <a:alphaModFix/>
          </a:blip>
          <a:stretch>
            <a:fillRect/>
          </a:stretch>
        </p:blipFill>
        <p:spPr>
          <a:xfrm>
            <a:off x="2884913" y="2404963"/>
            <a:ext cx="207500" cy="2075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fs numérique 1">
  <p:cSld name="SECTION_HEADER_1_1_2_2_1_1">
    <p:bg>
      <p:bgPr>
        <a:solidFill>
          <a:srgbClr val="EFEFEF"/>
        </a:solidFill>
      </p:bgPr>
    </p:bg>
    <p:spTree>
      <p:nvGrpSpPr>
        <p:cNvPr id="270" name="Shape 270"/>
        <p:cNvGrpSpPr/>
        <p:nvPr/>
      </p:nvGrpSpPr>
      <p:grpSpPr>
        <a:xfrm>
          <a:off x="0" y="0"/>
          <a:ext cx="0" cy="0"/>
          <a:chOff x="0" y="0"/>
          <a:chExt cx="0" cy="0"/>
        </a:xfrm>
      </p:grpSpPr>
      <p:sp>
        <p:nvSpPr>
          <p:cNvPr id="271" name="Google Shape;271;p23"/>
          <p:cNvSpPr/>
          <p:nvPr/>
        </p:nvSpPr>
        <p:spPr>
          <a:xfrm>
            <a:off x="270900" y="610200"/>
            <a:ext cx="86022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72" name="Google Shape;272;p23"/>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pic>
        <p:nvPicPr>
          <p:cNvPr id="273" name="Google Shape;273;p23"/>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274" name="Google Shape;274;p23"/>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275" name="Google Shape;275;p23"/>
          <p:cNvPicPr preferRelativeResize="0"/>
          <p:nvPr/>
        </p:nvPicPr>
        <p:blipFill>
          <a:blip r:embed="rId3">
            <a:alphaModFix/>
          </a:blip>
          <a:stretch>
            <a:fillRect/>
          </a:stretch>
        </p:blipFill>
        <p:spPr>
          <a:xfrm>
            <a:off x="384938" y="305013"/>
            <a:ext cx="207525" cy="207525"/>
          </a:xfrm>
          <a:prstGeom prst="rect">
            <a:avLst/>
          </a:prstGeom>
          <a:noFill/>
          <a:ln>
            <a:noFill/>
          </a:ln>
        </p:spPr>
      </p:pic>
      <p:pic>
        <p:nvPicPr>
          <p:cNvPr id="276" name="Google Shape;276;p23"/>
          <p:cNvPicPr preferRelativeResize="0"/>
          <p:nvPr/>
        </p:nvPicPr>
        <p:blipFill>
          <a:blip r:embed="rId4">
            <a:alphaModFix/>
          </a:blip>
          <a:stretch>
            <a:fillRect/>
          </a:stretch>
        </p:blipFill>
        <p:spPr>
          <a:xfrm rot="1046703">
            <a:off x="1885901" y="107650"/>
            <a:ext cx="5348682" cy="4928199"/>
          </a:xfrm>
          <a:prstGeom prst="rect">
            <a:avLst/>
          </a:prstGeom>
          <a:noFill/>
          <a:ln>
            <a:noFill/>
          </a:ln>
        </p:spPr>
      </p:pic>
      <p:sp>
        <p:nvSpPr>
          <p:cNvPr id="277" name="Google Shape;277;p23"/>
          <p:cNvSpPr/>
          <p:nvPr/>
        </p:nvSpPr>
        <p:spPr>
          <a:xfrm>
            <a:off x="5987025" y="718038"/>
            <a:ext cx="9885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Instagram</a:t>
            </a:r>
            <a:endParaRPr b="1" sz="1000">
              <a:solidFill>
                <a:srgbClr val="F3F3F3"/>
              </a:solidFill>
              <a:latin typeface="Syne"/>
              <a:ea typeface="Syne"/>
              <a:cs typeface="Syne"/>
              <a:sym typeface="Syne"/>
            </a:endParaRPr>
          </a:p>
        </p:txBody>
      </p:sp>
      <p:sp>
        <p:nvSpPr>
          <p:cNvPr id="278" name="Google Shape;278;p23"/>
          <p:cNvSpPr/>
          <p:nvPr/>
        </p:nvSpPr>
        <p:spPr>
          <a:xfrm>
            <a:off x="5987026" y="1048113"/>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79" name="Google Shape;279;p23"/>
          <p:cNvSpPr/>
          <p:nvPr/>
        </p:nvSpPr>
        <p:spPr>
          <a:xfrm>
            <a:off x="491600" y="718038"/>
            <a:ext cx="8925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Site Web</a:t>
            </a:r>
            <a:endParaRPr b="1" sz="1000">
              <a:solidFill>
                <a:srgbClr val="F3F3F3"/>
              </a:solidFill>
              <a:latin typeface="Syne"/>
              <a:ea typeface="Syne"/>
              <a:cs typeface="Syne"/>
              <a:sym typeface="Syne"/>
            </a:endParaRPr>
          </a:p>
        </p:txBody>
      </p:sp>
      <p:sp>
        <p:nvSpPr>
          <p:cNvPr id="280" name="Google Shape;280;p23"/>
          <p:cNvSpPr/>
          <p:nvPr/>
        </p:nvSpPr>
        <p:spPr>
          <a:xfrm>
            <a:off x="3236400" y="718038"/>
            <a:ext cx="9885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Facebook</a:t>
            </a:r>
            <a:endParaRPr b="1" sz="1000">
              <a:solidFill>
                <a:srgbClr val="F3F3F3"/>
              </a:solidFill>
              <a:latin typeface="Syne"/>
              <a:ea typeface="Syne"/>
              <a:cs typeface="Syne"/>
              <a:sym typeface="Syne"/>
            </a:endParaRPr>
          </a:p>
        </p:txBody>
      </p:sp>
      <p:sp>
        <p:nvSpPr>
          <p:cNvPr id="281" name="Google Shape;281;p23"/>
          <p:cNvSpPr/>
          <p:nvPr/>
        </p:nvSpPr>
        <p:spPr>
          <a:xfrm>
            <a:off x="491588" y="2803225"/>
            <a:ext cx="8925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Linkedin</a:t>
            </a:r>
            <a:endParaRPr b="1" sz="1000">
              <a:solidFill>
                <a:srgbClr val="F3F3F3"/>
              </a:solidFill>
              <a:latin typeface="Syne"/>
              <a:ea typeface="Syne"/>
              <a:cs typeface="Syne"/>
              <a:sym typeface="Syne"/>
            </a:endParaRPr>
          </a:p>
        </p:txBody>
      </p:sp>
      <p:sp>
        <p:nvSpPr>
          <p:cNvPr id="282" name="Google Shape;282;p23"/>
          <p:cNvSpPr/>
          <p:nvPr/>
        </p:nvSpPr>
        <p:spPr>
          <a:xfrm>
            <a:off x="3236263" y="2803225"/>
            <a:ext cx="9438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Youtube</a:t>
            </a:r>
            <a:endParaRPr b="1" sz="1000">
              <a:solidFill>
                <a:srgbClr val="F3F3F3"/>
              </a:solidFill>
              <a:latin typeface="Syne"/>
              <a:ea typeface="Syne"/>
              <a:cs typeface="Syne"/>
              <a:sym typeface="Syne"/>
            </a:endParaRPr>
          </a:p>
        </p:txBody>
      </p:sp>
      <p:sp>
        <p:nvSpPr>
          <p:cNvPr id="283" name="Google Shape;283;p23"/>
          <p:cNvSpPr/>
          <p:nvPr/>
        </p:nvSpPr>
        <p:spPr>
          <a:xfrm>
            <a:off x="485750" y="1048113"/>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4" name="Google Shape;284;p23"/>
          <p:cNvSpPr/>
          <p:nvPr/>
        </p:nvSpPr>
        <p:spPr>
          <a:xfrm>
            <a:off x="3236388" y="1048113"/>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5" name="Google Shape;285;p23"/>
          <p:cNvSpPr/>
          <p:nvPr/>
        </p:nvSpPr>
        <p:spPr>
          <a:xfrm>
            <a:off x="485738" y="3133075"/>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6" name="Google Shape;286;p23"/>
          <p:cNvSpPr/>
          <p:nvPr/>
        </p:nvSpPr>
        <p:spPr>
          <a:xfrm>
            <a:off x="3236262" y="3133075"/>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287" name="Google Shape;287;p23"/>
          <p:cNvPicPr preferRelativeResize="0"/>
          <p:nvPr/>
        </p:nvPicPr>
        <p:blipFill>
          <a:blip r:embed="rId5">
            <a:alphaModFix/>
          </a:blip>
          <a:stretch>
            <a:fillRect/>
          </a:stretch>
        </p:blipFill>
        <p:spPr>
          <a:xfrm>
            <a:off x="2884913" y="2335663"/>
            <a:ext cx="207500" cy="207500"/>
          </a:xfrm>
          <a:prstGeom prst="rect">
            <a:avLst/>
          </a:prstGeom>
          <a:noFill/>
          <a:ln>
            <a:noFill/>
          </a:ln>
        </p:spPr>
      </p:pic>
      <p:pic>
        <p:nvPicPr>
          <p:cNvPr id="288" name="Google Shape;288;p23"/>
          <p:cNvPicPr preferRelativeResize="0"/>
          <p:nvPr/>
        </p:nvPicPr>
        <p:blipFill>
          <a:blip r:embed="rId6">
            <a:alphaModFix/>
          </a:blip>
          <a:stretch>
            <a:fillRect/>
          </a:stretch>
        </p:blipFill>
        <p:spPr>
          <a:xfrm>
            <a:off x="5658731" y="2354423"/>
            <a:ext cx="170013" cy="170013"/>
          </a:xfrm>
          <a:prstGeom prst="rect">
            <a:avLst/>
          </a:prstGeom>
          <a:noFill/>
          <a:ln>
            <a:noFill/>
          </a:ln>
        </p:spPr>
      </p:pic>
      <p:pic>
        <p:nvPicPr>
          <p:cNvPr id="289" name="Google Shape;289;p23"/>
          <p:cNvPicPr preferRelativeResize="0"/>
          <p:nvPr/>
        </p:nvPicPr>
        <p:blipFill>
          <a:blip r:embed="rId7">
            <a:alphaModFix/>
          </a:blip>
          <a:stretch>
            <a:fillRect/>
          </a:stretch>
        </p:blipFill>
        <p:spPr>
          <a:xfrm>
            <a:off x="8395056" y="2354436"/>
            <a:ext cx="170000" cy="170000"/>
          </a:xfrm>
          <a:prstGeom prst="rect">
            <a:avLst/>
          </a:prstGeom>
          <a:noFill/>
          <a:ln>
            <a:noFill/>
          </a:ln>
        </p:spPr>
      </p:pic>
      <p:pic>
        <p:nvPicPr>
          <p:cNvPr id="290" name="Google Shape;290;p23"/>
          <p:cNvPicPr preferRelativeResize="0"/>
          <p:nvPr/>
        </p:nvPicPr>
        <p:blipFill>
          <a:blip r:embed="rId8">
            <a:alphaModFix amt="75000"/>
          </a:blip>
          <a:stretch>
            <a:fillRect/>
          </a:stretch>
        </p:blipFill>
        <p:spPr>
          <a:xfrm>
            <a:off x="5658725" y="4468075"/>
            <a:ext cx="170025" cy="170025"/>
          </a:xfrm>
          <a:prstGeom prst="rect">
            <a:avLst/>
          </a:prstGeom>
          <a:noFill/>
          <a:ln>
            <a:noFill/>
          </a:ln>
        </p:spPr>
      </p:pic>
      <p:pic>
        <p:nvPicPr>
          <p:cNvPr id="291" name="Google Shape;291;p23"/>
          <p:cNvPicPr preferRelativeResize="0"/>
          <p:nvPr/>
        </p:nvPicPr>
        <p:blipFill>
          <a:blip r:embed="rId9">
            <a:alphaModFix/>
          </a:blip>
          <a:stretch>
            <a:fillRect/>
          </a:stretch>
        </p:blipFill>
        <p:spPr>
          <a:xfrm>
            <a:off x="2865975" y="4405025"/>
            <a:ext cx="207500" cy="207500"/>
          </a:xfrm>
          <a:prstGeom prst="rect">
            <a:avLst/>
          </a:prstGeom>
          <a:noFill/>
          <a:ln>
            <a:noFill/>
          </a:ln>
        </p:spPr>
      </p:pic>
      <p:sp>
        <p:nvSpPr>
          <p:cNvPr id="292" name="Google Shape;292;p23"/>
          <p:cNvSpPr/>
          <p:nvPr/>
        </p:nvSpPr>
        <p:spPr>
          <a:xfrm>
            <a:off x="5986763" y="2803225"/>
            <a:ext cx="9438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fr" sz="1000">
                <a:solidFill>
                  <a:srgbClr val="F3F3F3"/>
                </a:solidFill>
                <a:latin typeface="Syne"/>
                <a:ea typeface="Syne"/>
                <a:cs typeface="Syne"/>
                <a:sym typeface="Syne"/>
              </a:rPr>
              <a:t>TikTok</a:t>
            </a:r>
            <a:endParaRPr b="1" sz="1000">
              <a:solidFill>
                <a:srgbClr val="F3F3F3"/>
              </a:solidFill>
              <a:latin typeface="Syne"/>
              <a:ea typeface="Syne"/>
              <a:cs typeface="Syne"/>
              <a:sym typeface="Syne"/>
            </a:endParaRPr>
          </a:p>
        </p:txBody>
      </p:sp>
      <p:sp>
        <p:nvSpPr>
          <p:cNvPr id="293" name="Google Shape;293;p23"/>
          <p:cNvSpPr/>
          <p:nvPr/>
        </p:nvSpPr>
        <p:spPr>
          <a:xfrm>
            <a:off x="5986762" y="3133075"/>
            <a:ext cx="2671200" cy="1562400"/>
          </a:xfrm>
          <a:prstGeom prst="roundRect">
            <a:avLst>
              <a:gd fmla="val 2086" name="adj"/>
            </a:avLst>
          </a:prstGeom>
          <a:solidFill>
            <a:schemeClr val="dk1"/>
          </a:solidFill>
          <a:ln>
            <a:noFill/>
          </a:ln>
          <a:effectLst>
            <a:outerShdw blurRad="57150" rotWithShape="0" algn="bl" dir="5400000" dist="19050">
              <a:srgbClr val="000000">
                <a:alpha val="7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294" name="Google Shape;294;p23"/>
          <p:cNvPicPr preferRelativeResize="0"/>
          <p:nvPr/>
        </p:nvPicPr>
        <p:blipFill>
          <a:blip r:embed="rId10">
            <a:alphaModFix/>
          </a:blip>
          <a:stretch>
            <a:fillRect/>
          </a:stretch>
        </p:blipFill>
        <p:spPr>
          <a:xfrm>
            <a:off x="8413988" y="4468088"/>
            <a:ext cx="170000" cy="1700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n rédactionnel">
  <p:cSld name="SECTION_HEADER_1_1_2_1">
    <p:bg>
      <p:bgPr>
        <a:solidFill>
          <a:srgbClr val="EFEFEF"/>
        </a:solidFill>
      </p:bgPr>
    </p:bg>
    <p:spTree>
      <p:nvGrpSpPr>
        <p:cNvPr id="295" name="Shape 295"/>
        <p:cNvGrpSpPr/>
        <p:nvPr/>
      </p:nvGrpSpPr>
      <p:grpSpPr>
        <a:xfrm>
          <a:off x="0" y="0"/>
          <a:ext cx="0" cy="0"/>
          <a:chOff x="0" y="0"/>
          <a:chExt cx="0" cy="0"/>
        </a:xfrm>
      </p:grpSpPr>
      <p:sp>
        <p:nvSpPr>
          <p:cNvPr id="296" name="Google Shape;296;p24"/>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297" name="Google Shape;297;p24"/>
          <p:cNvSpPr/>
          <p:nvPr/>
        </p:nvSpPr>
        <p:spPr>
          <a:xfrm>
            <a:off x="270900" y="610200"/>
            <a:ext cx="33267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98" name="Google Shape;298;p24"/>
          <p:cNvSpPr txBox="1"/>
          <p:nvPr>
            <p:ph type="title"/>
          </p:nvPr>
        </p:nvSpPr>
        <p:spPr>
          <a:xfrm>
            <a:off x="523750" y="1775050"/>
            <a:ext cx="2883300" cy="5274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1200"/>
              <a:buFont typeface="Syne"/>
              <a:buNone/>
              <a:defRPr b="1" sz="1200">
                <a:solidFill>
                  <a:srgbClr val="F3F3F3"/>
                </a:solidFill>
                <a:latin typeface="Syne"/>
                <a:ea typeface="Syne"/>
                <a:cs typeface="Syne"/>
                <a:sym typeface="Sy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99" name="Google Shape;299;p24"/>
          <p:cNvSpPr txBox="1"/>
          <p:nvPr>
            <p:ph idx="1" type="subTitle"/>
          </p:nvPr>
        </p:nvSpPr>
        <p:spPr>
          <a:xfrm>
            <a:off x="523742" y="915850"/>
            <a:ext cx="1591800" cy="527400"/>
          </a:xfrm>
          <a:prstGeom prst="rect">
            <a:avLst/>
          </a:prstGeom>
        </p:spPr>
        <p:txBody>
          <a:bodyPr anchorCtr="0" anchor="ctr" bIns="91425" lIns="0" spcFirstLastPara="1" rIns="91425" wrap="square" tIns="91425">
            <a:normAutofit/>
          </a:bodyPr>
          <a:lstStyle>
            <a:lvl1pPr lvl="0" rtl="0">
              <a:spcBef>
                <a:spcPts val="0"/>
              </a:spcBef>
              <a:spcAft>
                <a:spcPts val="0"/>
              </a:spcAft>
              <a:buClr>
                <a:srgbClr val="F3F3F3"/>
              </a:buClr>
              <a:buSzPts val="1000"/>
              <a:buNone/>
              <a:defRPr sz="1000">
                <a:solidFill>
                  <a:srgbClr val="F3F3F3"/>
                </a:solidFill>
              </a:defRPr>
            </a:lvl1pPr>
            <a:lvl2pPr lvl="1" rtl="0">
              <a:spcBef>
                <a:spcPts val="0"/>
              </a:spcBef>
              <a:spcAft>
                <a:spcPts val="0"/>
              </a:spcAft>
              <a:buClr>
                <a:srgbClr val="F3F3F3"/>
              </a:buClr>
              <a:buSzPts val="1400"/>
              <a:buNone/>
              <a:defRPr>
                <a:solidFill>
                  <a:srgbClr val="F3F3F3"/>
                </a:solidFill>
              </a:defRPr>
            </a:lvl2pPr>
            <a:lvl3pPr lvl="2" rtl="0">
              <a:spcBef>
                <a:spcPts val="0"/>
              </a:spcBef>
              <a:spcAft>
                <a:spcPts val="0"/>
              </a:spcAft>
              <a:buClr>
                <a:srgbClr val="F3F3F3"/>
              </a:buClr>
              <a:buSzPts val="1400"/>
              <a:buNone/>
              <a:defRPr>
                <a:solidFill>
                  <a:srgbClr val="F3F3F3"/>
                </a:solidFill>
              </a:defRPr>
            </a:lvl3pPr>
            <a:lvl4pPr lvl="3" rtl="0">
              <a:spcBef>
                <a:spcPts val="0"/>
              </a:spcBef>
              <a:spcAft>
                <a:spcPts val="0"/>
              </a:spcAft>
              <a:buClr>
                <a:srgbClr val="F3F3F3"/>
              </a:buClr>
              <a:buSzPts val="1400"/>
              <a:buNone/>
              <a:defRPr>
                <a:solidFill>
                  <a:srgbClr val="F3F3F3"/>
                </a:solidFill>
              </a:defRPr>
            </a:lvl4pPr>
            <a:lvl5pPr lvl="4" rtl="0">
              <a:spcBef>
                <a:spcPts val="0"/>
              </a:spcBef>
              <a:spcAft>
                <a:spcPts val="0"/>
              </a:spcAft>
              <a:buClr>
                <a:srgbClr val="F3F3F3"/>
              </a:buClr>
              <a:buSzPts val="1400"/>
              <a:buNone/>
              <a:defRPr>
                <a:solidFill>
                  <a:srgbClr val="F3F3F3"/>
                </a:solidFill>
              </a:defRPr>
            </a:lvl5pPr>
            <a:lvl6pPr lvl="5" rtl="0">
              <a:spcBef>
                <a:spcPts val="0"/>
              </a:spcBef>
              <a:spcAft>
                <a:spcPts val="0"/>
              </a:spcAft>
              <a:buClr>
                <a:srgbClr val="F3F3F3"/>
              </a:buClr>
              <a:buSzPts val="1400"/>
              <a:buNone/>
              <a:defRPr>
                <a:solidFill>
                  <a:srgbClr val="F3F3F3"/>
                </a:solidFill>
              </a:defRPr>
            </a:lvl6pPr>
            <a:lvl7pPr lvl="6" rtl="0">
              <a:spcBef>
                <a:spcPts val="0"/>
              </a:spcBef>
              <a:spcAft>
                <a:spcPts val="0"/>
              </a:spcAft>
              <a:buClr>
                <a:srgbClr val="F3F3F3"/>
              </a:buClr>
              <a:buSzPts val="1400"/>
              <a:buNone/>
              <a:defRPr>
                <a:solidFill>
                  <a:srgbClr val="F3F3F3"/>
                </a:solidFill>
              </a:defRPr>
            </a:lvl7pPr>
            <a:lvl8pPr lvl="7" rtl="0">
              <a:spcBef>
                <a:spcPts val="0"/>
              </a:spcBef>
              <a:spcAft>
                <a:spcPts val="0"/>
              </a:spcAft>
              <a:buClr>
                <a:srgbClr val="F3F3F3"/>
              </a:buClr>
              <a:buSzPts val="1400"/>
              <a:buNone/>
              <a:defRPr>
                <a:solidFill>
                  <a:srgbClr val="F3F3F3"/>
                </a:solidFill>
              </a:defRPr>
            </a:lvl8pPr>
            <a:lvl9pPr lvl="8" rtl="0">
              <a:spcBef>
                <a:spcPts val="0"/>
              </a:spcBef>
              <a:spcAft>
                <a:spcPts val="0"/>
              </a:spcAft>
              <a:buClr>
                <a:srgbClr val="F3F3F3"/>
              </a:buClr>
              <a:buSzPts val="1400"/>
              <a:buNone/>
              <a:defRPr>
                <a:solidFill>
                  <a:srgbClr val="F3F3F3"/>
                </a:solidFill>
              </a:defRPr>
            </a:lvl9pPr>
          </a:lstStyle>
          <a:p/>
        </p:txBody>
      </p:sp>
      <p:cxnSp>
        <p:nvCxnSpPr>
          <p:cNvPr id="300" name="Google Shape;300;p24"/>
          <p:cNvCxnSpPr/>
          <p:nvPr/>
        </p:nvCxnSpPr>
        <p:spPr>
          <a:xfrm>
            <a:off x="4916325" y="1604600"/>
            <a:ext cx="2835600" cy="0"/>
          </a:xfrm>
          <a:prstGeom prst="straightConnector1">
            <a:avLst/>
          </a:prstGeom>
          <a:noFill/>
          <a:ln cap="flat" cmpd="sng" w="9525">
            <a:solidFill>
              <a:schemeClr val="dk1"/>
            </a:solidFill>
            <a:prstDash val="solid"/>
            <a:round/>
            <a:headEnd len="med" w="med" type="oval"/>
            <a:tailEnd len="med" w="med" type="oval"/>
          </a:ln>
        </p:spPr>
      </p:cxnSp>
      <p:cxnSp>
        <p:nvCxnSpPr>
          <p:cNvPr id="301" name="Google Shape;301;p24"/>
          <p:cNvCxnSpPr/>
          <p:nvPr/>
        </p:nvCxnSpPr>
        <p:spPr>
          <a:xfrm>
            <a:off x="4916325" y="2307975"/>
            <a:ext cx="2835600" cy="0"/>
          </a:xfrm>
          <a:prstGeom prst="straightConnector1">
            <a:avLst/>
          </a:prstGeom>
          <a:noFill/>
          <a:ln cap="flat" cmpd="sng" w="9525">
            <a:solidFill>
              <a:schemeClr val="dk1"/>
            </a:solidFill>
            <a:prstDash val="solid"/>
            <a:round/>
            <a:headEnd len="med" w="med" type="oval"/>
            <a:tailEnd len="med" w="med" type="oval"/>
          </a:ln>
        </p:spPr>
      </p:cxnSp>
      <p:cxnSp>
        <p:nvCxnSpPr>
          <p:cNvPr id="302" name="Google Shape;302;p24"/>
          <p:cNvCxnSpPr/>
          <p:nvPr/>
        </p:nvCxnSpPr>
        <p:spPr>
          <a:xfrm>
            <a:off x="4916325" y="3011350"/>
            <a:ext cx="2835600" cy="0"/>
          </a:xfrm>
          <a:prstGeom prst="straightConnector1">
            <a:avLst/>
          </a:prstGeom>
          <a:noFill/>
          <a:ln cap="flat" cmpd="sng" w="9525">
            <a:solidFill>
              <a:schemeClr val="dk1"/>
            </a:solidFill>
            <a:prstDash val="solid"/>
            <a:round/>
            <a:headEnd len="med" w="med" type="oval"/>
            <a:tailEnd len="med" w="med" type="oval"/>
          </a:ln>
        </p:spPr>
      </p:cxnSp>
      <p:cxnSp>
        <p:nvCxnSpPr>
          <p:cNvPr id="303" name="Google Shape;303;p24"/>
          <p:cNvCxnSpPr/>
          <p:nvPr/>
        </p:nvCxnSpPr>
        <p:spPr>
          <a:xfrm>
            <a:off x="4916325" y="3714725"/>
            <a:ext cx="2835600" cy="0"/>
          </a:xfrm>
          <a:prstGeom prst="straightConnector1">
            <a:avLst/>
          </a:prstGeom>
          <a:noFill/>
          <a:ln cap="flat" cmpd="sng" w="9525">
            <a:solidFill>
              <a:schemeClr val="dk1"/>
            </a:solidFill>
            <a:prstDash val="solid"/>
            <a:round/>
            <a:headEnd len="med" w="med" type="oval"/>
            <a:tailEnd len="med" w="med" type="oval"/>
          </a:ln>
        </p:spPr>
      </p:cxnSp>
      <p:sp>
        <p:nvSpPr>
          <p:cNvPr id="304" name="Google Shape;304;p24"/>
          <p:cNvSpPr txBox="1"/>
          <p:nvPr/>
        </p:nvSpPr>
        <p:spPr>
          <a:xfrm>
            <a:off x="4150763" y="1527650"/>
            <a:ext cx="593400" cy="153900"/>
          </a:xfrm>
          <a:prstGeom prst="rect">
            <a:avLst/>
          </a:prstGeom>
          <a:noFill/>
          <a:ln>
            <a:noFill/>
          </a:ln>
        </p:spPr>
        <p:txBody>
          <a:bodyPr anchorCtr="0" anchor="t" bIns="0" lIns="18000" spcFirstLastPara="1" rIns="0" wrap="square" tIns="0">
            <a:noAutofit/>
          </a:bodyPr>
          <a:lstStyle/>
          <a:p>
            <a:pPr indent="0" lvl="0" marL="0" rtl="0" algn="r">
              <a:spcBef>
                <a:spcPts val="0"/>
              </a:spcBef>
              <a:spcAft>
                <a:spcPts val="0"/>
              </a:spcAft>
              <a:buNone/>
            </a:pPr>
            <a:r>
              <a:rPr b="1" lang="fr" sz="1000">
                <a:latin typeface="Syne"/>
                <a:ea typeface="Syne"/>
                <a:cs typeface="Syne"/>
                <a:sym typeface="Syne"/>
              </a:rPr>
              <a:t>Drôle</a:t>
            </a:r>
            <a:endParaRPr b="1" sz="1000">
              <a:latin typeface="Syne"/>
              <a:ea typeface="Syne"/>
              <a:cs typeface="Syne"/>
              <a:sym typeface="Syne"/>
            </a:endParaRPr>
          </a:p>
        </p:txBody>
      </p:sp>
      <p:sp>
        <p:nvSpPr>
          <p:cNvPr id="305" name="Google Shape;305;p24"/>
          <p:cNvSpPr txBox="1"/>
          <p:nvPr/>
        </p:nvSpPr>
        <p:spPr>
          <a:xfrm>
            <a:off x="7924075" y="1527650"/>
            <a:ext cx="593400" cy="153900"/>
          </a:xfrm>
          <a:prstGeom prst="rect">
            <a:avLst/>
          </a:prstGeom>
          <a:noFill/>
          <a:ln>
            <a:noFill/>
          </a:ln>
        </p:spPr>
        <p:txBody>
          <a:bodyPr anchorCtr="0" anchor="t" bIns="0" lIns="18000" spcFirstLastPara="1" rIns="0" wrap="square" tIns="0">
            <a:noAutofit/>
          </a:bodyPr>
          <a:lstStyle/>
          <a:p>
            <a:pPr indent="0" lvl="0" marL="0" rtl="0" algn="l">
              <a:spcBef>
                <a:spcPts val="0"/>
              </a:spcBef>
              <a:spcAft>
                <a:spcPts val="0"/>
              </a:spcAft>
              <a:buNone/>
            </a:pPr>
            <a:r>
              <a:rPr b="1" lang="fr" sz="1000">
                <a:latin typeface="Syne"/>
                <a:ea typeface="Syne"/>
                <a:cs typeface="Syne"/>
                <a:sym typeface="Syne"/>
              </a:rPr>
              <a:t>Sérieux</a:t>
            </a:r>
            <a:endParaRPr b="1" sz="1000">
              <a:latin typeface="Syne"/>
              <a:ea typeface="Syne"/>
              <a:cs typeface="Syne"/>
              <a:sym typeface="Syne"/>
            </a:endParaRPr>
          </a:p>
        </p:txBody>
      </p:sp>
      <p:sp>
        <p:nvSpPr>
          <p:cNvPr id="306" name="Google Shape;306;p24"/>
          <p:cNvSpPr txBox="1"/>
          <p:nvPr/>
        </p:nvSpPr>
        <p:spPr>
          <a:xfrm>
            <a:off x="3930938" y="2231025"/>
            <a:ext cx="813000" cy="153900"/>
          </a:xfrm>
          <a:prstGeom prst="rect">
            <a:avLst/>
          </a:prstGeom>
          <a:noFill/>
          <a:ln>
            <a:noFill/>
          </a:ln>
        </p:spPr>
        <p:txBody>
          <a:bodyPr anchorCtr="0" anchor="t" bIns="0" lIns="18000" spcFirstLastPara="1" rIns="0" wrap="square" tIns="0">
            <a:noAutofit/>
          </a:bodyPr>
          <a:lstStyle/>
          <a:p>
            <a:pPr indent="0" lvl="0" marL="0" rtl="0" algn="r">
              <a:spcBef>
                <a:spcPts val="0"/>
              </a:spcBef>
              <a:spcAft>
                <a:spcPts val="0"/>
              </a:spcAft>
              <a:buNone/>
            </a:pPr>
            <a:r>
              <a:rPr b="1" lang="fr" sz="1000">
                <a:latin typeface="Syne"/>
                <a:ea typeface="Syne"/>
                <a:cs typeface="Syne"/>
                <a:sym typeface="Syne"/>
              </a:rPr>
              <a:t>Accessible</a:t>
            </a:r>
            <a:endParaRPr b="1" sz="1000">
              <a:latin typeface="Syne"/>
              <a:ea typeface="Syne"/>
              <a:cs typeface="Syne"/>
              <a:sym typeface="Syne"/>
            </a:endParaRPr>
          </a:p>
        </p:txBody>
      </p:sp>
      <p:sp>
        <p:nvSpPr>
          <p:cNvPr id="307" name="Google Shape;307;p24"/>
          <p:cNvSpPr txBox="1"/>
          <p:nvPr/>
        </p:nvSpPr>
        <p:spPr>
          <a:xfrm>
            <a:off x="7924075" y="2231025"/>
            <a:ext cx="593400" cy="153900"/>
          </a:xfrm>
          <a:prstGeom prst="rect">
            <a:avLst/>
          </a:prstGeom>
          <a:noFill/>
          <a:ln>
            <a:noFill/>
          </a:ln>
        </p:spPr>
        <p:txBody>
          <a:bodyPr anchorCtr="0" anchor="t" bIns="0" lIns="18000" spcFirstLastPara="1" rIns="0" wrap="square" tIns="0">
            <a:noAutofit/>
          </a:bodyPr>
          <a:lstStyle/>
          <a:p>
            <a:pPr indent="0" lvl="0" marL="0" rtl="0" algn="l">
              <a:spcBef>
                <a:spcPts val="0"/>
              </a:spcBef>
              <a:spcAft>
                <a:spcPts val="0"/>
              </a:spcAft>
              <a:buNone/>
            </a:pPr>
            <a:r>
              <a:rPr b="1" lang="fr" sz="1000">
                <a:latin typeface="Syne"/>
                <a:ea typeface="Syne"/>
                <a:cs typeface="Syne"/>
                <a:sym typeface="Syne"/>
              </a:rPr>
              <a:t>Formel</a:t>
            </a:r>
            <a:endParaRPr b="1" sz="1000">
              <a:latin typeface="Syne"/>
              <a:ea typeface="Syne"/>
              <a:cs typeface="Syne"/>
              <a:sym typeface="Syne"/>
            </a:endParaRPr>
          </a:p>
        </p:txBody>
      </p:sp>
      <p:sp>
        <p:nvSpPr>
          <p:cNvPr id="308" name="Google Shape;308;p24"/>
          <p:cNvSpPr txBox="1"/>
          <p:nvPr/>
        </p:nvSpPr>
        <p:spPr>
          <a:xfrm>
            <a:off x="3769763" y="2934400"/>
            <a:ext cx="974100" cy="153900"/>
          </a:xfrm>
          <a:prstGeom prst="rect">
            <a:avLst/>
          </a:prstGeom>
          <a:noFill/>
          <a:ln>
            <a:noFill/>
          </a:ln>
        </p:spPr>
        <p:txBody>
          <a:bodyPr anchorCtr="0" anchor="t" bIns="0" lIns="18000" spcFirstLastPara="1" rIns="0" wrap="square" tIns="0">
            <a:noAutofit/>
          </a:bodyPr>
          <a:lstStyle/>
          <a:p>
            <a:pPr indent="0" lvl="0" marL="0" rtl="0" algn="r">
              <a:spcBef>
                <a:spcPts val="0"/>
              </a:spcBef>
              <a:spcAft>
                <a:spcPts val="0"/>
              </a:spcAft>
              <a:buNone/>
            </a:pPr>
            <a:r>
              <a:rPr b="1" lang="fr" sz="1000">
                <a:latin typeface="Syne"/>
                <a:ea typeface="Syne"/>
                <a:cs typeface="Syne"/>
                <a:sym typeface="Syne"/>
              </a:rPr>
              <a:t>Respectueux</a:t>
            </a:r>
            <a:endParaRPr b="1" sz="1000">
              <a:latin typeface="Syne"/>
              <a:ea typeface="Syne"/>
              <a:cs typeface="Syne"/>
              <a:sym typeface="Syne"/>
            </a:endParaRPr>
          </a:p>
        </p:txBody>
      </p:sp>
      <p:sp>
        <p:nvSpPr>
          <p:cNvPr id="309" name="Google Shape;309;p24"/>
          <p:cNvSpPr txBox="1"/>
          <p:nvPr/>
        </p:nvSpPr>
        <p:spPr>
          <a:xfrm>
            <a:off x="7924075" y="2934400"/>
            <a:ext cx="1032900" cy="153900"/>
          </a:xfrm>
          <a:prstGeom prst="rect">
            <a:avLst/>
          </a:prstGeom>
          <a:noFill/>
          <a:ln>
            <a:noFill/>
          </a:ln>
        </p:spPr>
        <p:txBody>
          <a:bodyPr anchorCtr="0" anchor="t" bIns="0" lIns="18000" spcFirstLastPara="1" rIns="0" wrap="square" tIns="0">
            <a:noAutofit/>
          </a:bodyPr>
          <a:lstStyle/>
          <a:p>
            <a:pPr indent="0" lvl="0" marL="0" rtl="0" algn="l">
              <a:spcBef>
                <a:spcPts val="0"/>
              </a:spcBef>
              <a:spcAft>
                <a:spcPts val="0"/>
              </a:spcAft>
              <a:buNone/>
            </a:pPr>
            <a:r>
              <a:rPr b="1" lang="fr" sz="1000">
                <a:latin typeface="Syne"/>
                <a:ea typeface="Syne"/>
                <a:cs typeface="Syne"/>
                <a:sym typeface="Syne"/>
              </a:rPr>
              <a:t>Irrévérencieux</a:t>
            </a:r>
            <a:endParaRPr b="1" sz="1000">
              <a:latin typeface="Syne"/>
              <a:ea typeface="Syne"/>
              <a:cs typeface="Syne"/>
              <a:sym typeface="Syne"/>
            </a:endParaRPr>
          </a:p>
        </p:txBody>
      </p:sp>
      <p:sp>
        <p:nvSpPr>
          <p:cNvPr id="310" name="Google Shape;310;p24"/>
          <p:cNvSpPr txBox="1"/>
          <p:nvPr/>
        </p:nvSpPr>
        <p:spPr>
          <a:xfrm>
            <a:off x="3769763" y="3637775"/>
            <a:ext cx="974100" cy="153900"/>
          </a:xfrm>
          <a:prstGeom prst="rect">
            <a:avLst/>
          </a:prstGeom>
          <a:noFill/>
          <a:ln>
            <a:noFill/>
          </a:ln>
        </p:spPr>
        <p:txBody>
          <a:bodyPr anchorCtr="0" anchor="t" bIns="0" lIns="18000" spcFirstLastPara="1" rIns="0" wrap="square" tIns="0">
            <a:noAutofit/>
          </a:bodyPr>
          <a:lstStyle/>
          <a:p>
            <a:pPr indent="0" lvl="0" marL="0" rtl="0" algn="r">
              <a:spcBef>
                <a:spcPts val="0"/>
              </a:spcBef>
              <a:spcAft>
                <a:spcPts val="0"/>
              </a:spcAft>
              <a:buNone/>
            </a:pPr>
            <a:r>
              <a:rPr b="1" lang="fr" sz="1000">
                <a:latin typeface="Syne"/>
                <a:ea typeface="Syne"/>
                <a:cs typeface="Syne"/>
                <a:sym typeface="Syne"/>
              </a:rPr>
              <a:t>Rêveur</a:t>
            </a:r>
            <a:endParaRPr b="1" sz="1000">
              <a:latin typeface="Syne"/>
              <a:ea typeface="Syne"/>
              <a:cs typeface="Syne"/>
              <a:sym typeface="Syne"/>
            </a:endParaRPr>
          </a:p>
        </p:txBody>
      </p:sp>
      <p:sp>
        <p:nvSpPr>
          <p:cNvPr id="311" name="Google Shape;311;p24"/>
          <p:cNvSpPr txBox="1"/>
          <p:nvPr/>
        </p:nvSpPr>
        <p:spPr>
          <a:xfrm>
            <a:off x="7924075" y="3637775"/>
            <a:ext cx="1032900" cy="153900"/>
          </a:xfrm>
          <a:prstGeom prst="rect">
            <a:avLst/>
          </a:prstGeom>
          <a:noFill/>
          <a:ln>
            <a:noFill/>
          </a:ln>
        </p:spPr>
        <p:txBody>
          <a:bodyPr anchorCtr="0" anchor="t" bIns="0" lIns="18000" spcFirstLastPara="1" rIns="0" wrap="square" tIns="0">
            <a:noAutofit/>
          </a:bodyPr>
          <a:lstStyle/>
          <a:p>
            <a:pPr indent="0" lvl="0" marL="0" rtl="0" algn="l">
              <a:spcBef>
                <a:spcPts val="0"/>
              </a:spcBef>
              <a:spcAft>
                <a:spcPts val="0"/>
              </a:spcAft>
              <a:buNone/>
            </a:pPr>
            <a:r>
              <a:rPr b="1" lang="fr" sz="1000">
                <a:latin typeface="Syne"/>
                <a:ea typeface="Syne"/>
                <a:cs typeface="Syne"/>
                <a:sym typeface="Syne"/>
              </a:rPr>
              <a:t>Raison</a:t>
            </a:r>
            <a:endParaRPr b="1" sz="1000">
              <a:latin typeface="Syne"/>
              <a:ea typeface="Syne"/>
              <a:cs typeface="Syne"/>
              <a:sym typeface="Syne"/>
            </a:endParaRPr>
          </a:p>
        </p:txBody>
      </p:sp>
      <p:sp>
        <p:nvSpPr>
          <p:cNvPr id="312" name="Google Shape;312;p24"/>
          <p:cNvSpPr txBox="1"/>
          <p:nvPr/>
        </p:nvSpPr>
        <p:spPr>
          <a:xfrm>
            <a:off x="6037413" y="1102600"/>
            <a:ext cx="5934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Neutre</a:t>
            </a:r>
            <a:endParaRPr b="1" sz="1000">
              <a:latin typeface="Syne"/>
              <a:ea typeface="Syne"/>
              <a:cs typeface="Syne"/>
              <a:sym typeface="Syne"/>
            </a:endParaRPr>
          </a:p>
        </p:txBody>
      </p:sp>
      <p:sp>
        <p:nvSpPr>
          <p:cNvPr id="313" name="Google Shape;313;p24"/>
          <p:cNvSpPr txBox="1"/>
          <p:nvPr>
            <p:ph idx="2" type="title"/>
          </p:nvPr>
        </p:nvSpPr>
        <p:spPr>
          <a:xfrm>
            <a:off x="523750" y="2308050"/>
            <a:ext cx="2883300" cy="5274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900"/>
              <a:buFont typeface="Inter Medium"/>
              <a:buNone/>
              <a:defRPr sz="900">
                <a:solidFill>
                  <a:srgbClr val="F3F3F3"/>
                </a:solidFill>
                <a:latin typeface="Inter Medium"/>
                <a:ea typeface="Inter Medium"/>
                <a:cs typeface="Inter Medium"/>
                <a:sym typeface="Inter Medium"/>
              </a:defRPr>
            </a:lvl1pPr>
            <a:lvl2pPr lvl="1" rtl="0">
              <a:spcBef>
                <a:spcPts val="0"/>
              </a:spcBef>
              <a:spcAft>
                <a:spcPts val="0"/>
              </a:spcAft>
              <a:buSzPts val="3600"/>
              <a:buFont typeface="Inter Medium"/>
              <a:buNone/>
              <a:defRPr sz="3600">
                <a:latin typeface="Inter Medium"/>
                <a:ea typeface="Inter Medium"/>
                <a:cs typeface="Inter Medium"/>
                <a:sym typeface="Inter Medium"/>
              </a:defRPr>
            </a:lvl2pPr>
            <a:lvl3pPr lvl="2" rtl="0">
              <a:spcBef>
                <a:spcPts val="0"/>
              </a:spcBef>
              <a:spcAft>
                <a:spcPts val="0"/>
              </a:spcAft>
              <a:buSzPts val="3600"/>
              <a:buFont typeface="Inter Medium"/>
              <a:buNone/>
              <a:defRPr sz="3600">
                <a:latin typeface="Inter Medium"/>
                <a:ea typeface="Inter Medium"/>
                <a:cs typeface="Inter Medium"/>
                <a:sym typeface="Inter Medium"/>
              </a:defRPr>
            </a:lvl3pPr>
            <a:lvl4pPr lvl="3" rtl="0">
              <a:spcBef>
                <a:spcPts val="0"/>
              </a:spcBef>
              <a:spcAft>
                <a:spcPts val="0"/>
              </a:spcAft>
              <a:buSzPts val="3600"/>
              <a:buFont typeface="Inter Medium"/>
              <a:buNone/>
              <a:defRPr sz="3600">
                <a:latin typeface="Inter Medium"/>
                <a:ea typeface="Inter Medium"/>
                <a:cs typeface="Inter Medium"/>
                <a:sym typeface="Inter Medium"/>
              </a:defRPr>
            </a:lvl4pPr>
            <a:lvl5pPr lvl="4" rtl="0">
              <a:spcBef>
                <a:spcPts val="0"/>
              </a:spcBef>
              <a:spcAft>
                <a:spcPts val="0"/>
              </a:spcAft>
              <a:buSzPts val="3600"/>
              <a:buFont typeface="Inter Medium"/>
              <a:buNone/>
              <a:defRPr sz="3600">
                <a:latin typeface="Inter Medium"/>
                <a:ea typeface="Inter Medium"/>
                <a:cs typeface="Inter Medium"/>
                <a:sym typeface="Inter Medium"/>
              </a:defRPr>
            </a:lvl5pPr>
            <a:lvl6pPr lvl="5" rtl="0">
              <a:spcBef>
                <a:spcPts val="0"/>
              </a:spcBef>
              <a:spcAft>
                <a:spcPts val="0"/>
              </a:spcAft>
              <a:buSzPts val="3600"/>
              <a:buFont typeface="Inter Medium"/>
              <a:buNone/>
              <a:defRPr sz="3600">
                <a:latin typeface="Inter Medium"/>
                <a:ea typeface="Inter Medium"/>
                <a:cs typeface="Inter Medium"/>
                <a:sym typeface="Inter Medium"/>
              </a:defRPr>
            </a:lvl6pPr>
            <a:lvl7pPr lvl="6" rtl="0">
              <a:spcBef>
                <a:spcPts val="0"/>
              </a:spcBef>
              <a:spcAft>
                <a:spcPts val="0"/>
              </a:spcAft>
              <a:buSzPts val="3600"/>
              <a:buFont typeface="Inter Medium"/>
              <a:buNone/>
              <a:defRPr sz="3600">
                <a:latin typeface="Inter Medium"/>
                <a:ea typeface="Inter Medium"/>
                <a:cs typeface="Inter Medium"/>
                <a:sym typeface="Inter Medium"/>
              </a:defRPr>
            </a:lvl7pPr>
            <a:lvl8pPr lvl="7" rtl="0">
              <a:spcBef>
                <a:spcPts val="0"/>
              </a:spcBef>
              <a:spcAft>
                <a:spcPts val="0"/>
              </a:spcAft>
              <a:buSzPts val="3600"/>
              <a:buFont typeface="Inter Medium"/>
              <a:buNone/>
              <a:defRPr sz="3600">
                <a:latin typeface="Inter Medium"/>
                <a:ea typeface="Inter Medium"/>
                <a:cs typeface="Inter Medium"/>
                <a:sym typeface="Inter Medium"/>
              </a:defRPr>
            </a:lvl8pPr>
            <a:lvl9pPr lvl="8" rtl="0">
              <a:spcBef>
                <a:spcPts val="0"/>
              </a:spcBef>
              <a:spcAft>
                <a:spcPts val="0"/>
              </a:spcAft>
              <a:buSzPts val="3600"/>
              <a:buFont typeface="Inter Medium"/>
              <a:buNone/>
              <a:defRPr sz="3600">
                <a:latin typeface="Inter Medium"/>
                <a:ea typeface="Inter Medium"/>
                <a:cs typeface="Inter Medium"/>
                <a:sym typeface="Inter Medium"/>
              </a:defRPr>
            </a:lvl9pPr>
          </a:lstStyle>
          <a:p/>
        </p:txBody>
      </p:sp>
      <p:pic>
        <p:nvPicPr>
          <p:cNvPr id="314" name="Google Shape;314;p24"/>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315" name="Google Shape;315;p24"/>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316" name="Google Shape;316;p24"/>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317" name="Google Shape;31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n rédactionnel 1">
  <p:cSld name="SECTION_HEADER_1_1_2_1_1">
    <p:bg>
      <p:bgPr>
        <a:solidFill>
          <a:srgbClr val="EFEFEF"/>
        </a:solidFill>
      </p:bgPr>
    </p:bg>
    <p:spTree>
      <p:nvGrpSpPr>
        <p:cNvPr id="318" name="Shape 318"/>
        <p:cNvGrpSpPr/>
        <p:nvPr/>
      </p:nvGrpSpPr>
      <p:grpSpPr>
        <a:xfrm>
          <a:off x="0" y="0"/>
          <a:ext cx="0" cy="0"/>
          <a:chOff x="0" y="0"/>
          <a:chExt cx="0" cy="0"/>
        </a:xfrm>
      </p:grpSpPr>
      <p:sp>
        <p:nvSpPr>
          <p:cNvPr id="319" name="Google Shape;319;p25"/>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320" name="Google Shape;320;p25"/>
          <p:cNvSpPr/>
          <p:nvPr/>
        </p:nvSpPr>
        <p:spPr>
          <a:xfrm>
            <a:off x="270900" y="610200"/>
            <a:ext cx="3326700" cy="4276800"/>
          </a:xfrm>
          <a:prstGeom prst="roundRect">
            <a:avLst>
              <a:gd fmla="val 119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21" name="Google Shape;321;p25"/>
          <p:cNvSpPr txBox="1"/>
          <p:nvPr>
            <p:ph type="title"/>
          </p:nvPr>
        </p:nvSpPr>
        <p:spPr>
          <a:xfrm>
            <a:off x="523750" y="1775050"/>
            <a:ext cx="2883300" cy="5274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1200"/>
              <a:buFont typeface="Syne"/>
              <a:buNone/>
              <a:defRPr b="1" sz="1200">
                <a:solidFill>
                  <a:srgbClr val="F3F3F3"/>
                </a:solidFill>
                <a:latin typeface="Syne"/>
                <a:ea typeface="Syne"/>
                <a:cs typeface="Syne"/>
                <a:sym typeface="Syne"/>
              </a:defRPr>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322" name="Google Shape;322;p25"/>
          <p:cNvSpPr txBox="1"/>
          <p:nvPr>
            <p:ph idx="1" type="subTitle"/>
          </p:nvPr>
        </p:nvSpPr>
        <p:spPr>
          <a:xfrm>
            <a:off x="523742" y="915850"/>
            <a:ext cx="1591800" cy="527400"/>
          </a:xfrm>
          <a:prstGeom prst="rect">
            <a:avLst/>
          </a:prstGeom>
        </p:spPr>
        <p:txBody>
          <a:bodyPr anchorCtr="0" anchor="ctr" bIns="91425" lIns="0" spcFirstLastPara="1" rIns="91425" wrap="square" tIns="91425">
            <a:normAutofit/>
          </a:bodyPr>
          <a:lstStyle>
            <a:lvl1pPr lvl="0" rtl="0">
              <a:spcBef>
                <a:spcPts val="0"/>
              </a:spcBef>
              <a:spcAft>
                <a:spcPts val="0"/>
              </a:spcAft>
              <a:buClr>
                <a:srgbClr val="F3F3F3"/>
              </a:buClr>
              <a:buSzPts val="1000"/>
              <a:buNone/>
              <a:defRPr sz="1000">
                <a:solidFill>
                  <a:srgbClr val="F3F3F3"/>
                </a:solidFill>
              </a:defRPr>
            </a:lvl1pPr>
            <a:lvl2pPr lvl="1" rtl="0">
              <a:spcBef>
                <a:spcPts val="0"/>
              </a:spcBef>
              <a:spcAft>
                <a:spcPts val="0"/>
              </a:spcAft>
              <a:buClr>
                <a:srgbClr val="F3F3F3"/>
              </a:buClr>
              <a:buSzPts val="1400"/>
              <a:buNone/>
              <a:defRPr>
                <a:solidFill>
                  <a:srgbClr val="F3F3F3"/>
                </a:solidFill>
              </a:defRPr>
            </a:lvl2pPr>
            <a:lvl3pPr lvl="2" rtl="0">
              <a:spcBef>
                <a:spcPts val="0"/>
              </a:spcBef>
              <a:spcAft>
                <a:spcPts val="0"/>
              </a:spcAft>
              <a:buClr>
                <a:srgbClr val="F3F3F3"/>
              </a:buClr>
              <a:buSzPts val="1400"/>
              <a:buNone/>
              <a:defRPr>
                <a:solidFill>
                  <a:srgbClr val="F3F3F3"/>
                </a:solidFill>
              </a:defRPr>
            </a:lvl3pPr>
            <a:lvl4pPr lvl="3" rtl="0">
              <a:spcBef>
                <a:spcPts val="0"/>
              </a:spcBef>
              <a:spcAft>
                <a:spcPts val="0"/>
              </a:spcAft>
              <a:buClr>
                <a:srgbClr val="F3F3F3"/>
              </a:buClr>
              <a:buSzPts val="1400"/>
              <a:buNone/>
              <a:defRPr>
                <a:solidFill>
                  <a:srgbClr val="F3F3F3"/>
                </a:solidFill>
              </a:defRPr>
            </a:lvl4pPr>
            <a:lvl5pPr lvl="4" rtl="0">
              <a:spcBef>
                <a:spcPts val="0"/>
              </a:spcBef>
              <a:spcAft>
                <a:spcPts val="0"/>
              </a:spcAft>
              <a:buClr>
                <a:srgbClr val="F3F3F3"/>
              </a:buClr>
              <a:buSzPts val="1400"/>
              <a:buNone/>
              <a:defRPr>
                <a:solidFill>
                  <a:srgbClr val="F3F3F3"/>
                </a:solidFill>
              </a:defRPr>
            </a:lvl5pPr>
            <a:lvl6pPr lvl="5" rtl="0">
              <a:spcBef>
                <a:spcPts val="0"/>
              </a:spcBef>
              <a:spcAft>
                <a:spcPts val="0"/>
              </a:spcAft>
              <a:buClr>
                <a:srgbClr val="F3F3F3"/>
              </a:buClr>
              <a:buSzPts val="1400"/>
              <a:buNone/>
              <a:defRPr>
                <a:solidFill>
                  <a:srgbClr val="F3F3F3"/>
                </a:solidFill>
              </a:defRPr>
            </a:lvl6pPr>
            <a:lvl7pPr lvl="6" rtl="0">
              <a:spcBef>
                <a:spcPts val="0"/>
              </a:spcBef>
              <a:spcAft>
                <a:spcPts val="0"/>
              </a:spcAft>
              <a:buClr>
                <a:srgbClr val="F3F3F3"/>
              </a:buClr>
              <a:buSzPts val="1400"/>
              <a:buNone/>
              <a:defRPr>
                <a:solidFill>
                  <a:srgbClr val="F3F3F3"/>
                </a:solidFill>
              </a:defRPr>
            </a:lvl7pPr>
            <a:lvl8pPr lvl="7" rtl="0">
              <a:spcBef>
                <a:spcPts val="0"/>
              </a:spcBef>
              <a:spcAft>
                <a:spcPts val="0"/>
              </a:spcAft>
              <a:buClr>
                <a:srgbClr val="F3F3F3"/>
              </a:buClr>
              <a:buSzPts val="1400"/>
              <a:buNone/>
              <a:defRPr>
                <a:solidFill>
                  <a:srgbClr val="F3F3F3"/>
                </a:solidFill>
              </a:defRPr>
            </a:lvl8pPr>
            <a:lvl9pPr lvl="8" rtl="0">
              <a:spcBef>
                <a:spcPts val="0"/>
              </a:spcBef>
              <a:spcAft>
                <a:spcPts val="0"/>
              </a:spcAft>
              <a:buClr>
                <a:srgbClr val="F3F3F3"/>
              </a:buClr>
              <a:buSzPts val="1400"/>
              <a:buNone/>
              <a:defRPr>
                <a:solidFill>
                  <a:srgbClr val="F3F3F3"/>
                </a:solidFill>
              </a:defRPr>
            </a:lvl9pPr>
          </a:lstStyle>
          <a:p/>
        </p:txBody>
      </p:sp>
      <p:sp>
        <p:nvSpPr>
          <p:cNvPr id="323" name="Google Shape;323;p25"/>
          <p:cNvSpPr txBox="1"/>
          <p:nvPr/>
        </p:nvSpPr>
        <p:spPr>
          <a:xfrm>
            <a:off x="4578963" y="1527650"/>
            <a:ext cx="5934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Drôle</a:t>
            </a:r>
            <a:endParaRPr b="1" sz="1000">
              <a:latin typeface="Syne"/>
              <a:ea typeface="Syne"/>
              <a:cs typeface="Syne"/>
              <a:sym typeface="Syne"/>
            </a:endParaRPr>
          </a:p>
        </p:txBody>
      </p:sp>
      <p:sp>
        <p:nvSpPr>
          <p:cNvPr id="324" name="Google Shape;324;p25"/>
          <p:cNvSpPr txBox="1"/>
          <p:nvPr/>
        </p:nvSpPr>
        <p:spPr>
          <a:xfrm>
            <a:off x="7462475" y="1527650"/>
            <a:ext cx="5934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Sérieux</a:t>
            </a:r>
            <a:endParaRPr b="1" sz="1000">
              <a:latin typeface="Syne"/>
              <a:ea typeface="Syne"/>
              <a:cs typeface="Syne"/>
              <a:sym typeface="Syne"/>
            </a:endParaRPr>
          </a:p>
        </p:txBody>
      </p:sp>
      <p:sp>
        <p:nvSpPr>
          <p:cNvPr id="325" name="Google Shape;325;p25"/>
          <p:cNvSpPr txBox="1"/>
          <p:nvPr/>
        </p:nvSpPr>
        <p:spPr>
          <a:xfrm>
            <a:off x="4469163" y="2231025"/>
            <a:ext cx="8130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Accessible</a:t>
            </a:r>
            <a:endParaRPr b="1" sz="1000">
              <a:latin typeface="Syne"/>
              <a:ea typeface="Syne"/>
              <a:cs typeface="Syne"/>
              <a:sym typeface="Syne"/>
            </a:endParaRPr>
          </a:p>
        </p:txBody>
      </p:sp>
      <p:sp>
        <p:nvSpPr>
          <p:cNvPr id="326" name="Google Shape;326;p25"/>
          <p:cNvSpPr txBox="1"/>
          <p:nvPr/>
        </p:nvSpPr>
        <p:spPr>
          <a:xfrm>
            <a:off x="7462475" y="2231025"/>
            <a:ext cx="5934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Formel</a:t>
            </a:r>
            <a:endParaRPr b="1" sz="1000">
              <a:latin typeface="Syne"/>
              <a:ea typeface="Syne"/>
              <a:cs typeface="Syne"/>
              <a:sym typeface="Syne"/>
            </a:endParaRPr>
          </a:p>
        </p:txBody>
      </p:sp>
      <p:sp>
        <p:nvSpPr>
          <p:cNvPr id="327" name="Google Shape;327;p25"/>
          <p:cNvSpPr txBox="1"/>
          <p:nvPr/>
        </p:nvSpPr>
        <p:spPr>
          <a:xfrm>
            <a:off x="4388613" y="2934400"/>
            <a:ext cx="9741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Respectueux</a:t>
            </a:r>
            <a:endParaRPr b="1" sz="1000">
              <a:latin typeface="Syne"/>
              <a:ea typeface="Syne"/>
              <a:cs typeface="Syne"/>
              <a:sym typeface="Syne"/>
            </a:endParaRPr>
          </a:p>
        </p:txBody>
      </p:sp>
      <p:sp>
        <p:nvSpPr>
          <p:cNvPr id="328" name="Google Shape;328;p25"/>
          <p:cNvSpPr txBox="1"/>
          <p:nvPr/>
        </p:nvSpPr>
        <p:spPr>
          <a:xfrm>
            <a:off x="7242725" y="2934400"/>
            <a:ext cx="10329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Irrévérencieux</a:t>
            </a:r>
            <a:endParaRPr b="1" sz="1000">
              <a:latin typeface="Syne"/>
              <a:ea typeface="Syne"/>
              <a:cs typeface="Syne"/>
              <a:sym typeface="Syne"/>
            </a:endParaRPr>
          </a:p>
        </p:txBody>
      </p:sp>
      <p:sp>
        <p:nvSpPr>
          <p:cNvPr id="329" name="Google Shape;329;p25"/>
          <p:cNvSpPr txBox="1"/>
          <p:nvPr/>
        </p:nvSpPr>
        <p:spPr>
          <a:xfrm>
            <a:off x="4388613" y="3637775"/>
            <a:ext cx="9741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Rêveur</a:t>
            </a:r>
            <a:endParaRPr b="1" sz="1000">
              <a:latin typeface="Syne"/>
              <a:ea typeface="Syne"/>
              <a:cs typeface="Syne"/>
              <a:sym typeface="Syne"/>
            </a:endParaRPr>
          </a:p>
        </p:txBody>
      </p:sp>
      <p:sp>
        <p:nvSpPr>
          <p:cNvPr id="330" name="Google Shape;330;p25"/>
          <p:cNvSpPr txBox="1"/>
          <p:nvPr/>
        </p:nvSpPr>
        <p:spPr>
          <a:xfrm>
            <a:off x="7242725" y="3637775"/>
            <a:ext cx="10329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Raison</a:t>
            </a:r>
            <a:endParaRPr b="1" sz="1000">
              <a:latin typeface="Syne"/>
              <a:ea typeface="Syne"/>
              <a:cs typeface="Syne"/>
              <a:sym typeface="Syne"/>
            </a:endParaRPr>
          </a:p>
        </p:txBody>
      </p:sp>
      <p:sp>
        <p:nvSpPr>
          <p:cNvPr id="331" name="Google Shape;331;p25"/>
          <p:cNvSpPr txBox="1"/>
          <p:nvPr/>
        </p:nvSpPr>
        <p:spPr>
          <a:xfrm>
            <a:off x="5984850" y="1527650"/>
            <a:ext cx="5934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Neutre</a:t>
            </a:r>
            <a:endParaRPr b="1" sz="1000">
              <a:latin typeface="Syne"/>
              <a:ea typeface="Syne"/>
              <a:cs typeface="Syne"/>
              <a:sym typeface="Syne"/>
            </a:endParaRPr>
          </a:p>
        </p:txBody>
      </p:sp>
      <p:sp>
        <p:nvSpPr>
          <p:cNvPr id="332" name="Google Shape;332;p25"/>
          <p:cNvSpPr txBox="1"/>
          <p:nvPr>
            <p:ph idx="2" type="title"/>
          </p:nvPr>
        </p:nvSpPr>
        <p:spPr>
          <a:xfrm>
            <a:off x="523750" y="2308050"/>
            <a:ext cx="2883300" cy="527400"/>
          </a:xfrm>
          <a:prstGeom prst="rect">
            <a:avLst/>
          </a:prstGeom>
        </p:spPr>
        <p:txBody>
          <a:bodyPr anchorCtr="0" anchor="ctr" bIns="91425" lIns="0" spcFirstLastPara="1" rIns="91425" wrap="square" tIns="91425">
            <a:noAutofit/>
          </a:bodyPr>
          <a:lstStyle>
            <a:lvl1pPr lvl="0" rtl="0">
              <a:spcBef>
                <a:spcPts val="0"/>
              </a:spcBef>
              <a:spcAft>
                <a:spcPts val="0"/>
              </a:spcAft>
              <a:buClr>
                <a:srgbClr val="F3F3F3"/>
              </a:buClr>
              <a:buSzPts val="900"/>
              <a:buFont typeface="Inter Medium"/>
              <a:buNone/>
              <a:defRPr sz="900">
                <a:solidFill>
                  <a:srgbClr val="F3F3F3"/>
                </a:solidFill>
                <a:latin typeface="Inter Medium"/>
                <a:ea typeface="Inter Medium"/>
                <a:cs typeface="Inter Medium"/>
                <a:sym typeface="Inter Medium"/>
              </a:defRPr>
            </a:lvl1pPr>
            <a:lvl2pPr lvl="1" rtl="0">
              <a:spcBef>
                <a:spcPts val="0"/>
              </a:spcBef>
              <a:spcAft>
                <a:spcPts val="0"/>
              </a:spcAft>
              <a:buSzPts val="3600"/>
              <a:buFont typeface="Inter Medium"/>
              <a:buNone/>
              <a:defRPr sz="3600">
                <a:latin typeface="Inter Medium"/>
                <a:ea typeface="Inter Medium"/>
                <a:cs typeface="Inter Medium"/>
                <a:sym typeface="Inter Medium"/>
              </a:defRPr>
            </a:lvl2pPr>
            <a:lvl3pPr lvl="2" rtl="0">
              <a:spcBef>
                <a:spcPts val="0"/>
              </a:spcBef>
              <a:spcAft>
                <a:spcPts val="0"/>
              </a:spcAft>
              <a:buSzPts val="3600"/>
              <a:buFont typeface="Inter Medium"/>
              <a:buNone/>
              <a:defRPr sz="3600">
                <a:latin typeface="Inter Medium"/>
                <a:ea typeface="Inter Medium"/>
                <a:cs typeface="Inter Medium"/>
                <a:sym typeface="Inter Medium"/>
              </a:defRPr>
            </a:lvl3pPr>
            <a:lvl4pPr lvl="3" rtl="0">
              <a:spcBef>
                <a:spcPts val="0"/>
              </a:spcBef>
              <a:spcAft>
                <a:spcPts val="0"/>
              </a:spcAft>
              <a:buSzPts val="3600"/>
              <a:buFont typeface="Inter Medium"/>
              <a:buNone/>
              <a:defRPr sz="3600">
                <a:latin typeface="Inter Medium"/>
                <a:ea typeface="Inter Medium"/>
                <a:cs typeface="Inter Medium"/>
                <a:sym typeface="Inter Medium"/>
              </a:defRPr>
            </a:lvl4pPr>
            <a:lvl5pPr lvl="4" rtl="0">
              <a:spcBef>
                <a:spcPts val="0"/>
              </a:spcBef>
              <a:spcAft>
                <a:spcPts val="0"/>
              </a:spcAft>
              <a:buSzPts val="3600"/>
              <a:buFont typeface="Inter Medium"/>
              <a:buNone/>
              <a:defRPr sz="3600">
                <a:latin typeface="Inter Medium"/>
                <a:ea typeface="Inter Medium"/>
                <a:cs typeface="Inter Medium"/>
                <a:sym typeface="Inter Medium"/>
              </a:defRPr>
            </a:lvl5pPr>
            <a:lvl6pPr lvl="5" rtl="0">
              <a:spcBef>
                <a:spcPts val="0"/>
              </a:spcBef>
              <a:spcAft>
                <a:spcPts val="0"/>
              </a:spcAft>
              <a:buSzPts val="3600"/>
              <a:buFont typeface="Inter Medium"/>
              <a:buNone/>
              <a:defRPr sz="3600">
                <a:latin typeface="Inter Medium"/>
                <a:ea typeface="Inter Medium"/>
                <a:cs typeface="Inter Medium"/>
                <a:sym typeface="Inter Medium"/>
              </a:defRPr>
            </a:lvl6pPr>
            <a:lvl7pPr lvl="6" rtl="0">
              <a:spcBef>
                <a:spcPts val="0"/>
              </a:spcBef>
              <a:spcAft>
                <a:spcPts val="0"/>
              </a:spcAft>
              <a:buSzPts val="3600"/>
              <a:buFont typeface="Inter Medium"/>
              <a:buNone/>
              <a:defRPr sz="3600">
                <a:latin typeface="Inter Medium"/>
                <a:ea typeface="Inter Medium"/>
                <a:cs typeface="Inter Medium"/>
                <a:sym typeface="Inter Medium"/>
              </a:defRPr>
            </a:lvl7pPr>
            <a:lvl8pPr lvl="7" rtl="0">
              <a:spcBef>
                <a:spcPts val="0"/>
              </a:spcBef>
              <a:spcAft>
                <a:spcPts val="0"/>
              </a:spcAft>
              <a:buSzPts val="3600"/>
              <a:buFont typeface="Inter Medium"/>
              <a:buNone/>
              <a:defRPr sz="3600">
                <a:latin typeface="Inter Medium"/>
                <a:ea typeface="Inter Medium"/>
                <a:cs typeface="Inter Medium"/>
                <a:sym typeface="Inter Medium"/>
              </a:defRPr>
            </a:lvl8pPr>
            <a:lvl9pPr lvl="8" rtl="0">
              <a:spcBef>
                <a:spcPts val="0"/>
              </a:spcBef>
              <a:spcAft>
                <a:spcPts val="0"/>
              </a:spcAft>
              <a:buSzPts val="3600"/>
              <a:buFont typeface="Inter Medium"/>
              <a:buNone/>
              <a:defRPr sz="3600">
                <a:latin typeface="Inter Medium"/>
                <a:ea typeface="Inter Medium"/>
                <a:cs typeface="Inter Medium"/>
                <a:sym typeface="Inter Medium"/>
              </a:defRPr>
            </a:lvl9pPr>
          </a:lstStyle>
          <a:p/>
        </p:txBody>
      </p:sp>
      <p:pic>
        <p:nvPicPr>
          <p:cNvPr id="333" name="Google Shape;333;p25"/>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334" name="Google Shape;334;p25"/>
          <p:cNvSpPr txBox="1"/>
          <p:nvPr/>
        </p:nvSpPr>
        <p:spPr>
          <a:xfrm>
            <a:off x="5984850" y="2231025"/>
            <a:ext cx="5934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Neutre</a:t>
            </a:r>
            <a:endParaRPr b="1" sz="1000">
              <a:latin typeface="Syne"/>
              <a:ea typeface="Syne"/>
              <a:cs typeface="Syne"/>
              <a:sym typeface="Syne"/>
            </a:endParaRPr>
          </a:p>
        </p:txBody>
      </p:sp>
      <p:sp>
        <p:nvSpPr>
          <p:cNvPr id="335" name="Google Shape;335;p25"/>
          <p:cNvSpPr txBox="1"/>
          <p:nvPr/>
        </p:nvSpPr>
        <p:spPr>
          <a:xfrm>
            <a:off x="5984850" y="2934400"/>
            <a:ext cx="5934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Neutre</a:t>
            </a:r>
            <a:endParaRPr b="1" sz="1000">
              <a:latin typeface="Syne"/>
              <a:ea typeface="Syne"/>
              <a:cs typeface="Syne"/>
              <a:sym typeface="Syne"/>
            </a:endParaRPr>
          </a:p>
        </p:txBody>
      </p:sp>
      <p:sp>
        <p:nvSpPr>
          <p:cNvPr id="336" name="Google Shape;336;p25"/>
          <p:cNvSpPr txBox="1"/>
          <p:nvPr/>
        </p:nvSpPr>
        <p:spPr>
          <a:xfrm>
            <a:off x="5984850" y="3637775"/>
            <a:ext cx="593400" cy="153900"/>
          </a:xfrm>
          <a:prstGeom prst="rect">
            <a:avLst/>
          </a:prstGeom>
          <a:noFill/>
          <a:ln>
            <a:noFill/>
          </a:ln>
        </p:spPr>
        <p:txBody>
          <a:bodyPr anchorCtr="0" anchor="t" bIns="0" lIns="18000" spcFirstLastPara="1" rIns="0" wrap="square" tIns="0">
            <a:noAutofit/>
          </a:bodyPr>
          <a:lstStyle/>
          <a:p>
            <a:pPr indent="0" lvl="0" marL="0" rtl="0" algn="ctr">
              <a:spcBef>
                <a:spcPts val="0"/>
              </a:spcBef>
              <a:spcAft>
                <a:spcPts val="0"/>
              </a:spcAft>
              <a:buNone/>
            </a:pPr>
            <a:r>
              <a:rPr b="1" lang="fr" sz="1000">
                <a:latin typeface="Syne"/>
                <a:ea typeface="Syne"/>
                <a:cs typeface="Syne"/>
                <a:sym typeface="Syne"/>
              </a:rPr>
              <a:t>Neutre</a:t>
            </a:r>
            <a:endParaRPr b="1" sz="1000">
              <a:latin typeface="Syne"/>
              <a:ea typeface="Syne"/>
              <a:cs typeface="Syne"/>
              <a:sym typeface="Syne"/>
            </a:endParaRPr>
          </a:p>
        </p:txBody>
      </p:sp>
      <p:sp>
        <p:nvSpPr>
          <p:cNvPr id="337" name="Google Shape;337;p25"/>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338" name="Google Shape;338;p25"/>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339" name="Google Shape;33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tion 1">
  <p:cSld name="SECTION_HEADER_1_1_1">
    <p:bg>
      <p:bgPr>
        <a:solidFill>
          <a:srgbClr val="EFEFEF"/>
        </a:solidFill>
      </p:bgPr>
    </p:bg>
    <p:spTree>
      <p:nvGrpSpPr>
        <p:cNvPr id="340" name="Shape 340"/>
        <p:cNvGrpSpPr/>
        <p:nvPr/>
      </p:nvGrpSpPr>
      <p:grpSpPr>
        <a:xfrm>
          <a:off x="0" y="0"/>
          <a:ext cx="0" cy="0"/>
          <a:chOff x="0" y="0"/>
          <a:chExt cx="0" cy="0"/>
        </a:xfrm>
      </p:grpSpPr>
      <p:sp>
        <p:nvSpPr>
          <p:cNvPr id="341" name="Google Shape;341;p26"/>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342" name="Google Shape;342;p26"/>
          <p:cNvSpPr/>
          <p:nvPr/>
        </p:nvSpPr>
        <p:spPr>
          <a:xfrm>
            <a:off x="270900" y="610200"/>
            <a:ext cx="8602200" cy="1727100"/>
          </a:xfrm>
          <a:prstGeom prst="roundRect">
            <a:avLst>
              <a:gd fmla="val 2556"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43" name="Google Shape;343;p26"/>
          <p:cNvSpPr txBox="1"/>
          <p:nvPr>
            <p:ph type="title"/>
          </p:nvPr>
        </p:nvSpPr>
        <p:spPr>
          <a:xfrm>
            <a:off x="1021950" y="1052850"/>
            <a:ext cx="71001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rgbClr val="F3F3F3"/>
              </a:buClr>
              <a:buSzPts val="3400"/>
              <a:buFont typeface="Syne"/>
              <a:buNone/>
              <a:defRPr b="1" sz="34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44" name="Google Shape;344;p26"/>
          <p:cNvSpPr txBox="1"/>
          <p:nvPr>
            <p:ph idx="1" type="body"/>
          </p:nvPr>
        </p:nvSpPr>
        <p:spPr>
          <a:xfrm>
            <a:off x="774225" y="3209200"/>
            <a:ext cx="7347900" cy="1214100"/>
          </a:xfrm>
          <a:prstGeom prst="rect">
            <a:avLst/>
          </a:prstGeom>
        </p:spPr>
        <p:txBody>
          <a:bodyPr anchorCtr="0" anchor="ctr" bIns="91425" lIns="91425" spcFirstLastPara="1" rIns="91425" wrap="square" tIns="91425">
            <a:noAutofit/>
          </a:bodyPr>
          <a:lstStyle>
            <a:lvl1pPr indent="-285750" lvl="0" marL="457200" algn="ctr">
              <a:lnSpc>
                <a:spcPct val="100000"/>
              </a:lnSpc>
              <a:spcBef>
                <a:spcPts val="0"/>
              </a:spcBef>
              <a:spcAft>
                <a:spcPts val="0"/>
              </a:spcAft>
              <a:buSzPts val="900"/>
              <a:buChar char="●"/>
              <a:defRPr sz="900"/>
            </a:lvl1pPr>
            <a:lvl2pPr indent="-285750" lvl="1" marL="914400" algn="ctr">
              <a:lnSpc>
                <a:spcPct val="100000"/>
              </a:lnSpc>
              <a:spcBef>
                <a:spcPts val="0"/>
              </a:spcBef>
              <a:spcAft>
                <a:spcPts val="0"/>
              </a:spcAft>
              <a:buSzPts val="900"/>
              <a:buChar char="○"/>
              <a:defRPr sz="900"/>
            </a:lvl2pPr>
            <a:lvl3pPr indent="-285750" lvl="2" marL="1371600" algn="ctr">
              <a:lnSpc>
                <a:spcPct val="100000"/>
              </a:lnSpc>
              <a:spcBef>
                <a:spcPts val="0"/>
              </a:spcBef>
              <a:spcAft>
                <a:spcPts val="0"/>
              </a:spcAft>
              <a:buSzPts val="900"/>
              <a:buChar char="■"/>
              <a:defRPr sz="900"/>
            </a:lvl3pPr>
            <a:lvl4pPr indent="-285750" lvl="3" marL="1828800" algn="ctr">
              <a:lnSpc>
                <a:spcPct val="100000"/>
              </a:lnSpc>
              <a:spcBef>
                <a:spcPts val="0"/>
              </a:spcBef>
              <a:spcAft>
                <a:spcPts val="0"/>
              </a:spcAft>
              <a:buSzPts val="900"/>
              <a:buChar char="●"/>
              <a:defRPr sz="900"/>
            </a:lvl4pPr>
            <a:lvl5pPr indent="-285750" lvl="4" marL="2286000" algn="ctr">
              <a:lnSpc>
                <a:spcPct val="100000"/>
              </a:lnSpc>
              <a:spcBef>
                <a:spcPts val="0"/>
              </a:spcBef>
              <a:spcAft>
                <a:spcPts val="0"/>
              </a:spcAft>
              <a:buSzPts val="900"/>
              <a:buChar char="○"/>
              <a:defRPr sz="900"/>
            </a:lvl5pPr>
            <a:lvl6pPr indent="-285750" lvl="5" marL="2743200" algn="ctr">
              <a:lnSpc>
                <a:spcPct val="100000"/>
              </a:lnSpc>
              <a:spcBef>
                <a:spcPts val="0"/>
              </a:spcBef>
              <a:spcAft>
                <a:spcPts val="0"/>
              </a:spcAft>
              <a:buSzPts val="900"/>
              <a:buChar char="■"/>
              <a:defRPr sz="900"/>
            </a:lvl6pPr>
            <a:lvl7pPr indent="-285750" lvl="6" marL="3200400" algn="ctr">
              <a:lnSpc>
                <a:spcPct val="100000"/>
              </a:lnSpc>
              <a:spcBef>
                <a:spcPts val="0"/>
              </a:spcBef>
              <a:spcAft>
                <a:spcPts val="0"/>
              </a:spcAft>
              <a:buSzPts val="900"/>
              <a:buChar char="●"/>
              <a:defRPr sz="900"/>
            </a:lvl7pPr>
            <a:lvl8pPr indent="-285750" lvl="7" marL="3657600" algn="ctr">
              <a:lnSpc>
                <a:spcPct val="100000"/>
              </a:lnSpc>
              <a:spcBef>
                <a:spcPts val="0"/>
              </a:spcBef>
              <a:spcAft>
                <a:spcPts val="0"/>
              </a:spcAft>
              <a:buSzPts val="900"/>
              <a:buChar char="○"/>
              <a:defRPr sz="900"/>
            </a:lvl8pPr>
            <a:lvl9pPr indent="-285750" lvl="8" marL="4114800" algn="ctr">
              <a:lnSpc>
                <a:spcPct val="100000"/>
              </a:lnSpc>
              <a:spcBef>
                <a:spcPts val="0"/>
              </a:spcBef>
              <a:spcAft>
                <a:spcPts val="0"/>
              </a:spcAft>
              <a:buSzPts val="900"/>
              <a:buChar char="■"/>
              <a:defRPr sz="900"/>
            </a:lvl9pPr>
          </a:lstStyle>
          <a:p/>
        </p:txBody>
      </p:sp>
      <p:sp>
        <p:nvSpPr>
          <p:cNvPr id="345" name="Google Shape;345;p26"/>
          <p:cNvSpPr txBox="1"/>
          <p:nvPr>
            <p:ph idx="2" type="subTitle"/>
          </p:nvPr>
        </p:nvSpPr>
        <p:spPr>
          <a:xfrm>
            <a:off x="774225" y="2674300"/>
            <a:ext cx="7698300" cy="534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500"/>
              <a:buFont typeface="Syne"/>
              <a:buNone/>
              <a:defRPr b="1" sz="1500">
                <a:latin typeface="Syne"/>
                <a:ea typeface="Syne"/>
                <a:cs typeface="Syne"/>
                <a:sym typeface="Sy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46" name="Google Shape;346;p26"/>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347" name="Google Shape;347;p26"/>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348" name="Google Shape;348;p26"/>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349" name="Google Shape;349;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oix des plateformes">
  <p:cSld name="SECTION_HEADER_1_1_1_1">
    <p:bg>
      <p:bgPr>
        <a:solidFill>
          <a:srgbClr val="EFEFEF"/>
        </a:solidFill>
      </p:bgPr>
    </p:bg>
    <p:spTree>
      <p:nvGrpSpPr>
        <p:cNvPr id="350" name="Shape 350"/>
        <p:cNvGrpSpPr/>
        <p:nvPr/>
      </p:nvGrpSpPr>
      <p:grpSpPr>
        <a:xfrm>
          <a:off x="0" y="0"/>
          <a:ext cx="0" cy="0"/>
          <a:chOff x="0" y="0"/>
          <a:chExt cx="0" cy="0"/>
        </a:xfrm>
      </p:grpSpPr>
      <p:sp>
        <p:nvSpPr>
          <p:cNvPr id="351" name="Google Shape;351;p27"/>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352" name="Google Shape;352;p27"/>
          <p:cNvSpPr/>
          <p:nvPr/>
        </p:nvSpPr>
        <p:spPr>
          <a:xfrm>
            <a:off x="270900" y="610200"/>
            <a:ext cx="8602200" cy="1727100"/>
          </a:xfrm>
          <a:prstGeom prst="roundRect">
            <a:avLst>
              <a:gd fmla="val 2616"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3" name="Google Shape;353;p27"/>
          <p:cNvSpPr txBox="1"/>
          <p:nvPr>
            <p:ph type="title"/>
          </p:nvPr>
        </p:nvSpPr>
        <p:spPr>
          <a:xfrm>
            <a:off x="1021950" y="1052850"/>
            <a:ext cx="71001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3F3F3"/>
              </a:buClr>
              <a:buSzPts val="3400"/>
              <a:buFont typeface="Syne"/>
              <a:buNone/>
              <a:defRPr b="1" sz="3400">
                <a:solidFill>
                  <a:srgbClr val="F3F3F3"/>
                </a:solidFill>
                <a:latin typeface="Syne"/>
                <a:ea typeface="Syne"/>
                <a:cs typeface="Syne"/>
                <a:sym typeface="Syne"/>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54" name="Google Shape;354;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dk1"/>
                </a:solidFill>
                <a:latin typeface="Syne"/>
                <a:ea typeface="Syne"/>
                <a:cs typeface="Syne"/>
                <a:sym typeface="Syne"/>
              </a:defRPr>
            </a:lvl1pPr>
            <a:lvl2pPr lvl="1" rtl="0">
              <a:buNone/>
              <a:defRPr>
                <a:solidFill>
                  <a:schemeClr val="dk1"/>
                </a:solidFill>
                <a:latin typeface="Syne"/>
                <a:ea typeface="Syne"/>
                <a:cs typeface="Syne"/>
                <a:sym typeface="Syne"/>
              </a:defRPr>
            </a:lvl2pPr>
            <a:lvl3pPr lvl="2" rtl="0">
              <a:buNone/>
              <a:defRPr>
                <a:solidFill>
                  <a:schemeClr val="dk1"/>
                </a:solidFill>
                <a:latin typeface="Syne"/>
                <a:ea typeface="Syne"/>
                <a:cs typeface="Syne"/>
                <a:sym typeface="Syne"/>
              </a:defRPr>
            </a:lvl3pPr>
            <a:lvl4pPr lvl="3" rtl="0">
              <a:buNone/>
              <a:defRPr>
                <a:solidFill>
                  <a:schemeClr val="dk1"/>
                </a:solidFill>
                <a:latin typeface="Syne"/>
                <a:ea typeface="Syne"/>
                <a:cs typeface="Syne"/>
                <a:sym typeface="Syne"/>
              </a:defRPr>
            </a:lvl4pPr>
            <a:lvl5pPr lvl="4" rtl="0">
              <a:buNone/>
              <a:defRPr>
                <a:solidFill>
                  <a:schemeClr val="dk1"/>
                </a:solidFill>
                <a:latin typeface="Syne"/>
                <a:ea typeface="Syne"/>
                <a:cs typeface="Syne"/>
                <a:sym typeface="Syne"/>
              </a:defRPr>
            </a:lvl5pPr>
            <a:lvl6pPr lvl="5" rtl="0">
              <a:buNone/>
              <a:defRPr>
                <a:solidFill>
                  <a:schemeClr val="dk1"/>
                </a:solidFill>
                <a:latin typeface="Syne"/>
                <a:ea typeface="Syne"/>
                <a:cs typeface="Syne"/>
                <a:sym typeface="Syne"/>
              </a:defRPr>
            </a:lvl6pPr>
            <a:lvl7pPr lvl="6" rtl="0">
              <a:buNone/>
              <a:defRPr>
                <a:solidFill>
                  <a:schemeClr val="dk1"/>
                </a:solidFill>
                <a:latin typeface="Syne"/>
                <a:ea typeface="Syne"/>
                <a:cs typeface="Syne"/>
                <a:sym typeface="Syne"/>
              </a:defRPr>
            </a:lvl7pPr>
            <a:lvl8pPr lvl="7" rtl="0">
              <a:buNone/>
              <a:defRPr>
                <a:solidFill>
                  <a:schemeClr val="dk1"/>
                </a:solidFill>
                <a:latin typeface="Syne"/>
                <a:ea typeface="Syne"/>
                <a:cs typeface="Syne"/>
                <a:sym typeface="Syne"/>
              </a:defRPr>
            </a:lvl8pPr>
            <a:lvl9pPr lvl="8" rtl="0">
              <a:buNone/>
              <a:defRPr>
                <a:solidFill>
                  <a:schemeClr val="dk1"/>
                </a:solidFill>
                <a:latin typeface="Syne"/>
                <a:ea typeface="Syne"/>
                <a:cs typeface="Syne"/>
                <a:sym typeface="Syne"/>
              </a:defRPr>
            </a:lvl9pPr>
          </a:lstStyle>
          <a:p>
            <a:pPr indent="0" lvl="0" marL="0" rtl="0" algn="r">
              <a:spcBef>
                <a:spcPts val="0"/>
              </a:spcBef>
              <a:spcAft>
                <a:spcPts val="0"/>
              </a:spcAft>
              <a:buNone/>
            </a:pPr>
            <a:fld id="{00000000-1234-1234-1234-123412341234}" type="slidenum">
              <a:rPr lang="fr"/>
              <a:t>‹#›</a:t>
            </a:fld>
            <a:endParaRPr/>
          </a:p>
        </p:txBody>
      </p:sp>
      <p:sp>
        <p:nvSpPr>
          <p:cNvPr id="355" name="Google Shape;355;p27"/>
          <p:cNvSpPr/>
          <p:nvPr/>
        </p:nvSpPr>
        <p:spPr>
          <a:xfrm>
            <a:off x="270900" y="2415400"/>
            <a:ext cx="2091900" cy="2247900"/>
          </a:xfrm>
          <a:prstGeom prst="roundRect">
            <a:avLst>
              <a:gd fmla="val 2511"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6" name="Google Shape;356;p27"/>
          <p:cNvSpPr/>
          <p:nvPr/>
        </p:nvSpPr>
        <p:spPr>
          <a:xfrm>
            <a:off x="2445552" y="2415400"/>
            <a:ext cx="2091900" cy="2247900"/>
          </a:xfrm>
          <a:prstGeom prst="roundRect">
            <a:avLst>
              <a:gd fmla="val 221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7" name="Google Shape;357;p27"/>
          <p:cNvSpPr/>
          <p:nvPr/>
        </p:nvSpPr>
        <p:spPr>
          <a:xfrm>
            <a:off x="4606400" y="2415400"/>
            <a:ext cx="2091900" cy="2247900"/>
          </a:xfrm>
          <a:prstGeom prst="roundRect">
            <a:avLst>
              <a:gd fmla="val 2220"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8" name="Google Shape;358;p27"/>
          <p:cNvSpPr/>
          <p:nvPr/>
        </p:nvSpPr>
        <p:spPr>
          <a:xfrm>
            <a:off x="6781052" y="2415400"/>
            <a:ext cx="2091900" cy="2247900"/>
          </a:xfrm>
          <a:prstGeom prst="roundRect">
            <a:avLst>
              <a:gd fmla="val 2624"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59" name="Google Shape;359;p27"/>
          <p:cNvSpPr txBox="1"/>
          <p:nvPr>
            <p:ph idx="2" type="title"/>
          </p:nvPr>
        </p:nvSpPr>
        <p:spPr>
          <a:xfrm>
            <a:off x="483575" y="2615700"/>
            <a:ext cx="1699800" cy="344400"/>
          </a:xfrm>
          <a:prstGeom prst="rect">
            <a:avLst/>
          </a:prstGeom>
        </p:spPr>
        <p:txBody>
          <a:bodyPr anchorCtr="0" anchor="t" bIns="91425" lIns="0" spcFirstLastPara="1" rIns="91425" wrap="square" tIns="0">
            <a:noAutofit/>
          </a:bodyPr>
          <a:lstStyle>
            <a:lvl1pPr lvl="0">
              <a:spcBef>
                <a:spcPts val="0"/>
              </a:spcBef>
              <a:spcAft>
                <a:spcPts val="0"/>
              </a:spcAft>
              <a:buClr>
                <a:srgbClr val="75F0FB"/>
              </a:buClr>
              <a:buSzPts val="1000"/>
              <a:buFont typeface="Syne"/>
              <a:buNone/>
              <a:defRPr b="1" sz="1000">
                <a:solidFill>
                  <a:srgbClr val="75F0FB"/>
                </a:solidFill>
                <a:latin typeface="Syne"/>
                <a:ea typeface="Syne"/>
                <a:cs typeface="Syne"/>
                <a:sym typeface="Syne"/>
              </a:defRPr>
            </a:lvl1pPr>
            <a:lvl2pPr lvl="1">
              <a:spcBef>
                <a:spcPts val="0"/>
              </a:spcBef>
              <a:spcAft>
                <a:spcPts val="0"/>
              </a:spcAft>
              <a:buSzPts val="2800"/>
              <a:buFont typeface="Syne"/>
              <a:buNone/>
              <a:defRPr b="1">
                <a:latin typeface="Syne"/>
                <a:ea typeface="Syne"/>
                <a:cs typeface="Syne"/>
                <a:sym typeface="Syne"/>
              </a:defRPr>
            </a:lvl2pPr>
            <a:lvl3pPr lvl="2">
              <a:spcBef>
                <a:spcPts val="0"/>
              </a:spcBef>
              <a:spcAft>
                <a:spcPts val="0"/>
              </a:spcAft>
              <a:buSzPts val="2800"/>
              <a:buFont typeface="Syne"/>
              <a:buNone/>
              <a:defRPr b="1">
                <a:latin typeface="Syne"/>
                <a:ea typeface="Syne"/>
                <a:cs typeface="Syne"/>
                <a:sym typeface="Syne"/>
              </a:defRPr>
            </a:lvl3pPr>
            <a:lvl4pPr lvl="3">
              <a:spcBef>
                <a:spcPts val="0"/>
              </a:spcBef>
              <a:spcAft>
                <a:spcPts val="0"/>
              </a:spcAft>
              <a:buSzPts val="2800"/>
              <a:buFont typeface="Syne"/>
              <a:buNone/>
              <a:defRPr b="1">
                <a:latin typeface="Syne"/>
                <a:ea typeface="Syne"/>
                <a:cs typeface="Syne"/>
                <a:sym typeface="Syne"/>
              </a:defRPr>
            </a:lvl4pPr>
            <a:lvl5pPr lvl="4">
              <a:spcBef>
                <a:spcPts val="0"/>
              </a:spcBef>
              <a:spcAft>
                <a:spcPts val="0"/>
              </a:spcAft>
              <a:buSzPts val="2800"/>
              <a:buFont typeface="Syne"/>
              <a:buNone/>
              <a:defRPr b="1">
                <a:latin typeface="Syne"/>
                <a:ea typeface="Syne"/>
                <a:cs typeface="Syne"/>
                <a:sym typeface="Syne"/>
              </a:defRPr>
            </a:lvl5pPr>
            <a:lvl6pPr lvl="5">
              <a:spcBef>
                <a:spcPts val="0"/>
              </a:spcBef>
              <a:spcAft>
                <a:spcPts val="0"/>
              </a:spcAft>
              <a:buSzPts val="2800"/>
              <a:buFont typeface="Syne"/>
              <a:buNone/>
              <a:defRPr b="1">
                <a:latin typeface="Syne"/>
                <a:ea typeface="Syne"/>
                <a:cs typeface="Syne"/>
                <a:sym typeface="Syne"/>
              </a:defRPr>
            </a:lvl6pPr>
            <a:lvl7pPr lvl="6">
              <a:spcBef>
                <a:spcPts val="0"/>
              </a:spcBef>
              <a:spcAft>
                <a:spcPts val="0"/>
              </a:spcAft>
              <a:buSzPts val="2800"/>
              <a:buFont typeface="Syne"/>
              <a:buNone/>
              <a:defRPr b="1">
                <a:latin typeface="Syne"/>
                <a:ea typeface="Syne"/>
                <a:cs typeface="Syne"/>
                <a:sym typeface="Syne"/>
              </a:defRPr>
            </a:lvl7pPr>
            <a:lvl8pPr lvl="7">
              <a:spcBef>
                <a:spcPts val="0"/>
              </a:spcBef>
              <a:spcAft>
                <a:spcPts val="0"/>
              </a:spcAft>
              <a:buSzPts val="2800"/>
              <a:buFont typeface="Syne"/>
              <a:buNone/>
              <a:defRPr b="1">
                <a:latin typeface="Syne"/>
                <a:ea typeface="Syne"/>
                <a:cs typeface="Syne"/>
                <a:sym typeface="Syne"/>
              </a:defRPr>
            </a:lvl8pPr>
            <a:lvl9pPr lvl="8">
              <a:spcBef>
                <a:spcPts val="0"/>
              </a:spcBef>
              <a:spcAft>
                <a:spcPts val="0"/>
              </a:spcAft>
              <a:buSzPts val="2800"/>
              <a:buFont typeface="Syne"/>
              <a:buNone/>
              <a:defRPr b="1">
                <a:latin typeface="Syne"/>
                <a:ea typeface="Syne"/>
                <a:cs typeface="Syne"/>
                <a:sym typeface="Syne"/>
              </a:defRPr>
            </a:lvl9pPr>
          </a:lstStyle>
          <a:p/>
        </p:txBody>
      </p:sp>
      <p:sp>
        <p:nvSpPr>
          <p:cNvPr id="360" name="Google Shape;360;p27"/>
          <p:cNvSpPr txBox="1"/>
          <p:nvPr>
            <p:ph idx="1" type="body"/>
          </p:nvPr>
        </p:nvSpPr>
        <p:spPr>
          <a:xfrm>
            <a:off x="498225" y="3386000"/>
            <a:ext cx="1699800" cy="13629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rgbClr val="F3F3F3"/>
              </a:buClr>
              <a:buSzPts val="900"/>
              <a:buChar char="●"/>
              <a:defRPr sz="900">
                <a:solidFill>
                  <a:srgbClr val="F3F3F3"/>
                </a:solidFill>
              </a:defRPr>
            </a:lvl1pPr>
            <a:lvl2pPr indent="-285750" lvl="1" marL="914400">
              <a:spcBef>
                <a:spcPts val="0"/>
              </a:spcBef>
              <a:spcAft>
                <a:spcPts val="0"/>
              </a:spcAft>
              <a:buClr>
                <a:srgbClr val="F3F3F3"/>
              </a:buClr>
              <a:buSzPts val="900"/>
              <a:buChar char="○"/>
              <a:defRPr sz="900">
                <a:solidFill>
                  <a:srgbClr val="F3F3F3"/>
                </a:solidFill>
              </a:defRPr>
            </a:lvl2pPr>
            <a:lvl3pPr indent="-285750" lvl="2" marL="1371600">
              <a:spcBef>
                <a:spcPts val="0"/>
              </a:spcBef>
              <a:spcAft>
                <a:spcPts val="0"/>
              </a:spcAft>
              <a:buClr>
                <a:srgbClr val="F3F3F3"/>
              </a:buClr>
              <a:buSzPts val="900"/>
              <a:buChar char="■"/>
              <a:defRPr sz="900">
                <a:solidFill>
                  <a:srgbClr val="F3F3F3"/>
                </a:solidFill>
              </a:defRPr>
            </a:lvl3pPr>
            <a:lvl4pPr indent="-285750" lvl="3" marL="1828800">
              <a:spcBef>
                <a:spcPts val="0"/>
              </a:spcBef>
              <a:spcAft>
                <a:spcPts val="0"/>
              </a:spcAft>
              <a:buClr>
                <a:srgbClr val="F3F3F3"/>
              </a:buClr>
              <a:buSzPts val="900"/>
              <a:buChar char="●"/>
              <a:defRPr sz="900">
                <a:solidFill>
                  <a:srgbClr val="F3F3F3"/>
                </a:solidFill>
              </a:defRPr>
            </a:lvl4pPr>
            <a:lvl5pPr indent="-285750" lvl="4" marL="2286000">
              <a:spcBef>
                <a:spcPts val="0"/>
              </a:spcBef>
              <a:spcAft>
                <a:spcPts val="0"/>
              </a:spcAft>
              <a:buClr>
                <a:srgbClr val="F3F3F3"/>
              </a:buClr>
              <a:buSzPts val="900"/>
              <a:buChar char="○"/>
              <a:defRPr sz="900">
                <a:solidFill>
                  <a:srgbClr val="F3F3F3"/>
                </a:solidFill>
              </a:defRPr>
            </a:lvl5pPr>
            <a:lvl6pPr indent="-285750" lvl="5" marL="2743200">
              <a:spcBef>
                <a:spcPts val="0"/>
              </a:spcBef>
              <a:spcAft>
                <a:spcPts val="0"/>
              </a:spcAft>
              <a:buClr>
                <a:srgbClr val="F3F3F3"/>
              </a:buClr>
              <a:buSzPts val="900"/>
              <a:buChar char="■"/>
              <a:defRPr sz="900">
                <a:solidFill>
                  <a:srgbClr val="F3F3F3"/>
                </a:solidFill>
              </a:defRPr>
            </a:lvl6pPr>
            <a:lvl7pPr indent="-285750" lvl="6" marL="3200400">
              <a:spcBef>
                <a:spcPts val="0"/>
              </a:spcBef>
              <a:spcAft>
                <a:spcPts val="0"/>
              </a:spcAft>
              <a:buClr>
                <a:srgbClr val="F3F3F3"/>
              </a:buClr>
              <a:buSzPts val="900"/>
              <a:buChar char="●"/>
              <a:defRPr sz="900">
                <a:solidFill>
                  <a:srgbClr val="F3F3F3"/>
                </a:solidFill>
              </a:defRPr>
            </a:lvl7pPr>
            <a:lvl8pPr indent="-285750" lvl="7" marL="3657600">
              <a:spcBef>
                <a:spcPts val="0"/>
              </a:spcBef>
              <a:spcAft>
                <a:spcPts val="0"/>
              </a:spcAft>
              <a:buClr>
                <a:srgbClr val="F3F3F3"/>
              </a:buClr>
              <a:buSzPts val="900"/>
              <a:buChar char="○"/>
              <a:defRPr sz="900">
                <a:solidFill>
                  <a:srgbClr val="F3F3F3"/>
                </a:solidFill>
              </a:defRPr>
            </a:lvl8pPr>
            <a:lvl9pPr indent="-285750" lvl="8" marL="4114800">
              <a:spcBef>
                <a:spcPts val="0"/>
              </a:spcBef>
              <a:spcAft>
                <a:spcPts val="0"/>
              </a:spcAft>
              <a:buClr>
                <a:srgbClr val="F3F3F3"/>
              </a:buClr>
              <a:buSzPts val="900"/>
              <a:buChar char="■"/>
              <a:defRPr sz="900">
                <a:solidFill>
                  <a:srgbClr val="F3F3F3"/>
                </a:solidFill>
              </a:defRPr>
            </a:lvl9pPr>
          </a:lstStyle>
          <a:p/>
        </p:txBody>
      </p:sp>
      <p:sp>
        <p:nvSpPr>
          <p:cNvPr id="361" name="Google Shape;361;p27"/>
          <p:cNvSpPr txBox="1"/>
          <p:nvPr>
            <p:ph idx="3" type="body"/>
          </p:nvPr>
        </p:nvSpPr>
        <p:spPr>
          <a:xfrm>
            <a:off x="2641600" y="3386000"/>
            <a:ext cx="1699800" cy="1362900"/>
          </a:xfrm>
          <a:prstGeom prst="rect">
            <a:avLst/>
          </a:prstGeom>
        </p:spPr>
        <p:txBody>
          <a:bodyPr anchorCtr="0" anchor="t" bIns="91425" lIns="91425" spcFirstLastPara="1" rIns="91425" wrap="square" tIns="91425">
            <a:noAutofit/>
          </a:bodyPr>
          <a:lstStyle>
            <a:lvl1pPr indent="-285750" lvl="0" marL="457200" rtl="0">
              <a:spcBef>
                <a:spcPts val="0"/>
              </a:spcBef>
              <a:spcAft>
                <a:spcPts val="0"/>
              </a:spcAft>
              <a:buClr>
                <a:srgbClr val="F3F3F3"/>
              </a:buClr>
              <a:buSzPts val="900"/>
              <a:buChar char="●"/>
              <a:defRPr sz="900">
                <a:solidFill>
                  <a:srgbClr val="F3F3F3"/>
                </a:solidFill>
              </a:defRPr>
            </a:lvl1pPr>
            <a:lvl2pPr indent="-285750" lvl="1" marL="914400" rtl="0">
              <a:spcBef>
                <a:spcPts val="0"/>
              </a:spcBef>
              <a:spcAft>
                <a:spcPts val="0"/>
              </a:spcAft>
              <a:buClr>
                <a:srgbClr val="F3F3F3"/>
              </a:buClr>
              <a:buSzPts val="900"/>
              <a:buChar char="○"/>
              <a:defRPr sz="900">
                <a:solidFill>
                  <a:srgbClr val="F3F3F3"/>
                </a:solidFill>
              </a:defRPr>
            </a:lvl2pPr>
            <a:lvl3pPr indent="-285750" lvl="2" marL="1371600" rtl="0">
              <a:spcBef>
                <a:spcPts val="0"/>
              </a:spcBef>
              <a:spcAft>
                <a:spcPts val="0"/>
              </a:spcAft>
              <a:buClr>
                <a:srgbClr val="F3F3F3"/>
              </a:buClr>
              <a:buSzPts val="900"/>
              <a:buChar char="■"/>
              <a:defRPr sz="900">
                <a:solidFill>
                  <a:srgbClr val="F3F3F3"/>
                </a:solidFill>
              </a:defRPr>
            </a:lvl3pPr>
            <a:lvl4pPr indent="-285750" lvl="3" marL="1828800" rtl="0">
              <a:spcBef>
                <a:spcPts val="0"/>
              </a:spcBef>
              <a:spcAft>
                <a:spcPts val="0"/>
              </a:spcAft>
              <a:buClr>
                <a:srgbClr val="F3F3F3"/>
              </a:buClr>
              <a:buSzPts val="900"/>
              <a:buChar char="●"/>
              <a:defRPr sz="900">
                <a:solidFill>
                  <a:srgbClr val="F3F3F3"/>
                </a:solidFill>
              </a:defRPr>
            </a:lvl4pPr>
            <a:lvl5pPr indent="-285750" lvl="4" marL="2286000" rtl="0">
              <a:spcBef>
                <a:spcPts val="0"/>
              </a:spcBef>
              <a:spcAft>
                <a:spcPts val="0"/>
              </a:spcAft>
              <a:buClr>
                <a:srgbClr val="F3F3F3"/>
              </a:buClr>
              <a:buSzPts val="900"/>
              <a:buChar char="○"/>
              <a:defRPr sz="900">
                <a:solidFill>
                  <a:srgbClr val="F3F3F3"/>
                </a:solidFill>
              </a:defRPr>
            </a:lvl5pPr>
            <a:lvl6pPr indent="-285750" lvl="5" marL="2743200" rtl="0">
              <a:spcBef>
                <a:spcPts val="0"/>
              </a:spcBef>
              <a:spcAft>
                <a:spcPts val="0"/>
              </a:spcAft>
              <a:buClr>
                <a:srgbClr val="F3F3F3"/>
              </a:buClr>
              <a:buSzPts val="900"/>
              <a:buChar char="■"/>
              <a:defRPr sz="900">
                <a:solidFill>
                  <a:srgbClr val="F3F3F3"/>
                </a:solidFill>
              </a:defRPr>
            </a:lvl6pPr>
            <a:lvl7pPr indent="-285750" lvl="6" marL="3200400" rtl="0">
              <a:spcBef>
                <a:spcPts val="0"/>
              </a:spcBef>
              <a:spcAft>
                <a:spcPts val="0"/>
              </a:spcAft>
              <a:buClr>
                <a:srgbClr val="F3F3F3"/>
              </a:buClr>
              <a:buSzPts val="900"/>
              <a:buChar char="●"/>
              <a:defRPr sz="900">
                <a:solidFill>
                  <a:srgbClr val="F3F3F3"/>
                </a:solidFill>
              </a:defRPr>
            </a:lvl7pPr>
            <a:lvl8pPr indent="-285750" lvl="7" marL="3657600" rtl="0">
              <a:spcBef>
                <a:spcPts val="0"/>
              </a:spcBef>
              <a:spcAft>
                <a:spcPts val="0"/>
              </a:spcAft>
              <a:buClr>
                <a:srgbClr val="F3F3F3"/>
              </a:buClr>
              <a:buSzPts val="900"/>
              <a:buChar char="○"/>
              <a:defRPr sz="900">
                <a:solidFill>
                  <a:srgbClr val="F3F3F3"/>
                </a:solidFill>
              </a:defRPr>
            </a:lvl8pPr>
            <a:lvl9pPr indent="-285750" lvl="8" marL="4114800" rtl="0">
              <a:spcBef>
                <a:spcPts val="0"/>
              </a:spcBef>
              <a:spcAft>
                <a:spcPts val="0"/>
              </a:spcAft>
              <a:buClr>
                <a:srgbClr val="F3F3F3"/>
              </a:buClr>
              <a:buSzPts val="900"/>
              <a:buChar char="■"/>
              <a:defRPr sz="900">
                <a:solidFill>
                  <a:srgbClr val="F3F3F3"/>
                </a:solidFill>
              </a:defRPr>
            </a:lvl9pPr>
          </a:lstStyle>
          <a:p/>
        </p:txBody>
      </p:sp>
      <p:sp>
        <p:nvSpPr>
          <p:cNvPr id="362" name="Google Shape;362;p27"/>
          <p:cNvSpPr txBox="1"/>
          <p:nvPr>
            <p:ph idx="4" type="body"/>
          </p:nvPr>
        </p:nvSpPr>
        <p:spPr>
          <a:xfrm>
            <a:off x="4784975" y="3386000"/>
            <a:ext cx="1699800" cy="1362900"/>
          </a:xfrm>
          <a:prstGeom prst="rect">
            <a:avLst/>
          </a:prstGeom>
        </p:spPr>
        <p:txBody>
          <a:bodyPr anchorCtr="0" anchor="t" bIns="91425" lIns="91425" spcFirstLastPara="1" rIns="91425" wrap="square" tIns="91425">
            <a:noAutofit/>
          </a:bodyPr>
          <a:lstStyle>
            <a:lvl1pPr indent="-285750" lvl="0" marL="457200" rtl="0">
              <a:spcBef>
                <a:spcPts val="0"/>
              </a:spcBef>
              <a:spcAft>
                <a:spcPts val="0"/>
              </a:spcAft>
              <a:buClr>
                <a:srgbClr val="F3F3F3"/>
              </a:buClr>
              <a:buSzPts val="900"/>
              <a:buChar char="●"/>
              <a:defRPr sz="900">
                <a:solidFill>
                  <a:srgbClr val="F3F3F3"/>
                </a:solidFill>
              </a:defRPr>
            </a:lvl1pPr>
            <a:lvl2pPr indent="-285750" lvl="1" marL="914400" rtl="0">
              <a:spcBef>
                <a:spcPts val="0"/>
              </a:spcBef>
              <a:spcAft>
                <a:spcPts val="0"/>
              </a:spcAft>
              <a:buClr>
                <a:srgbClr val="F3F3F3"/>
              </a:buClr>
              <a:buSzPts val="900"/>
              <a:buChar char="○"/>
              <a:defRPr sz="900">
                <a:solidFill>
                  <a:srgbClr val="F3F3F3"/>
                </a:solidFill>
              </a:defRPr>
            </a:lvl2pPr>
            <a:lvl3pPr indent="-285750" lvl="2" marL="1371600" rtl="0">
              <a:spcBef>
                <a:spcPts val="0"/>
              </a:spcBef>
              <a:spcAft>
                <a:spcPts val="0"/>
              </a:spcAft>
              <a:buClr>
                <a:srgbClr val="F3F3F3"/>
              </a:buClr>
              <a:buSzPts val="900"/>
              <a:buChar char="■"/>
              <a:defRPr sz="900">
                <a:solidFill>
                  <a:srgbClr val="F3F3F3"/>
                </a:solidFill>
              </a:defRPr>
            </a:lvl3pPr>
            <a:lvl4pPr indent="-285750" lvl="3" marL="1828800" rtl="0">
              <a:spcBef>
                <a:spcPts val="0"/>
              </a:spcBef>
              <a:spcAft>
                <a:spcPts val="0"/>
              </a:spcAft>
              <a:buClr>
                <a:srgbClr val="F3F3F3"/>
              </a:buClr>
              <a:buSzPts val="900"/>
              <a:buChar char="●"/>
              <a:defRPr sz="900">
                <a:solidFill>
                  <a:srgbClr val="F3F3F3"/>
                </a:solidFill>
              </a:defRPr>
            </a:lvl4pPr>
            <a:lvl5pPr indent="-285750" lvl="4" marL="2286000" rtl="0">
              <a:spcBef>
                <a:spcPts val="0"/>
              </a:spcBef>
              <a:spcAft>
                <a:spcPts val="0"/>
              </a:spcAft>
              <a:buClr>
                <a:srgbClr val="F3F3F3"/>
              </a:buClr>
              <a:buSzPts val="900"/>
              <a:buChar char="○"/>
              <a:defRPr sz="900">
                <a:solidFill>
                  <a:srgbClr val="F3F3F3"/>
                </a:solidFill>
              </a:defRPr>
            </a:lvl5pPr>
            <a:lvl6pPr indent="-285750" lvl="5" marL="2743200" rtl="0">
              <a:spcBef>
                <a:spcPts val="0"/>
              </a:spcBef>
              <a:spcAft>
                <a:spcPts val="0"/>
              </a:spcAft>
              <a:buClr>
                <a:srgbClr val="F3F3F3"/>
              </a:buClr>
              <a:buSzPts val="900"/>
              <a:buChar char="■"/>
              <a:defRPr sz="900">
                <a:solidFill>
                  <a:srgbClr val="F3F3F3"/>
                </a:solidFill>
              </a:defRPr>
            </a:lvl6pPr>
            <a:lvl7pPr indent="-285750" lvl="6" marL="3200400" rtl="0">
              <a:spcBef>
                <a:spcPts val="0"/>
              </a:spcBef>
              <a:spcAft>
                <a:spcPts val="0"/>
              </a:spcAft>
              <a:buClr>
                <a:srgbClr val="F3F3F3"/>
              </a:buClr>
              <a:buSzPts val="900"/>
              <a:buChar char="●"/>
              <a:defRPr sz="900">
                <a:solidFill>
                  <a:srgbClr val="F3F3F3"/>
                </a:solidFill>
              </a:defRPr>
            </a:lvl7pPr>
            <a:lvl8pPr indent="-285750" lvl="7" marL="3657600" rtl="0">
              <a:spcBef>
                <a:spcPts val="0"/>
              </a:spcBef>
              <a:spcAft>
                <a:spcPts val="0"/>
              </a:spcAft>
              <a:buClr>
                <a:srgbClr val="F3F3F3"/>
              </a:buClr>
              <a:buSzPts val="900"/>
              <a:buChar char="○"/>
              <a:defRPr sz="900">
                <a:solidFill>
                  <a:srgbClr val="F3F3F3"/>
                </a:solidFill>
              </a:defRPr>
            </a:lvl8pPr>
            <a:lvl9pPr indent="-285750" lvl="8" marL="4114800" rtl="0">
              <a:spcBef>
                <a:spcPts val="0"/>
              </a:spcBef>
              <a:spcAft>
                <a:spcPts val="0"/>
              </a:spcAft>
              <a:buClr>
                <a:srgbClr val="F3F3F3"/>
              </a:buClr>
              <a:buSzPts val="900"/>
              <a:buChar char="■"/>
              <a:defRPr sz="900">
                <a:solidFill>
                  <a:srgbClr val="F3F3F3"/>
                </a:solidFill>
              </a:defRPr>
            </a:lvl9pPr>
          </a:lstStyle>
          <a:p/>
        </p:txBody>
      </p:sp>
      <p:sp>
        <p:nvSpPr>
          <p:cNvPr id="363" name="Google Shape;363;p27"/>
          <p:cNvSpPr txBox="1"/>
          <p:nvPr>
            <p:ph idx="5" type="body"/>
          </p:nvPr>
        </p:nvSpPr>
        <p:spPr>
          <a:xfrm>
            <a:off x="6963300" y="3386000"/>
            <a:ext cx="1699800" cy="1362900"/>
          </a:xfrm>
          <a:prstGeom prst="rect">
            <a:avLst/>
          </a:prstGeom>
        </p:spPr>
        <p:txBody>
          <a:bodyPr anchorCtr="0" anchor="t" bIns="91425" lIns="91425" spcFirstLastPara="1" rIns="91425" wrap="square" tIns="91425">
            <a:noAutofit/>
          </a:bodyPr>
          <a:lstStyle>
            <a:lvl1pPr indent="-285750" lvl="0" marL="457200" rtl="0">
              <a:spcBef>
                <a:spcPts val="0"/>
              </a:spcBef>
              <a:spcAft>
                <a:spcPts val="0"/>
              </a:spcAft>
              <a:buClr>
                <a:srgbClr val="F3F3F3"/>
              </a:buClr>
              <a:buSzPts val="900"/>
              <a:buChar char="●"/>
              <a:defRPr sz="900">
                <a:solidFill>
                  <a:srgbClr val="F3F3F3"/>
                </a:solidFill>
              </a:defRPr>
            </a:lvl1pPr>
            <a:lvl2pPr indent="-285750" lvl="1" marL="914400" rtl="0">
              <a:spcBef>
                <a:spcPts val="0"/>
              </a:spcBef>
              <a:spcAft>
                <a:spcPts val="0"/>
              </a:spcAft>
              <a:buClr>
                <a:srgbClr val="F3F3F3"/>
              </a:buClr>
              <a:buSzPts val="900"/>
              <a:buChar char="○"/>
              <a:defRPr sz="900">
                <a:solidFill>
                  <a:srgbClr val="F3F3F3"/>
                </a:solidFill>
              </a:defRPr>
            </a:lvl2pPr>
            <a:lvl3pPr indent="-285750" lvl="2" marL="1371600" rtl="0">
              <a:spcBef>
                <a:spcPts val="0"/>
              </a:spcBef>
              <a:spcAft>
                <a:spcPts val="0"/>
              </a:spcAft>
              <a:buClr>
                <a:srgbClr val="F3F3F3"/>
              </a:buClr>
              <a:buSzPts val="900"/>
              <a:buChar char="■"/>
              <a:defRPr sz="900">
                <a:solidFill>
                  <a:srgbClr val="F3F3F3"/>
                </a:solidFill>
              </a:defRPr>
            </a:lvl3pPr>
            <a:lvl4pPr indent="-285750" lvl="3" marL="1828800" rtl="0">
              <a:spcBef>
                <a:spcPts val="0"/>
              </a:spcBef>
              <a:spcAft>
                <a:spcPts val="0"/>
              </a:spcAft>
              <a:buClr>
                <a:srgbClr val="F3F3F3"/>
              </a:buClr>
              <a:buSzPts val="900"/>
              <a:buChar char="●"/>
              <a:defRPr sz="900">
                <a:solidFill>
                  <a:srgbClr val="F3F3F3"/>
                </a:solidFill>
              </a:defRPr>
            </a:lvl4pPr>
            <a:lvl5pPr indent="-285750" lvl="4" marL="2286000" rtl="0">
              <a:spcBef>
                <a:spcPts val="0"/>
              </a:spcBef>
              <a:spcAft>
                <a:spcPts val="0"/>
              </a:spcAft>
              <a:buClr>
                <a:srgbClr val="F3F3F3"/>
              </a:buClr>
              <a:buSzPts val="900"/>
              <a:buChar char="○"/>
              <a:defRPr sz="900">
                <a:solidFill>
                  <a:srgbClr val="F3F3F3"/>
                </a:solidFill>
              </a:defRPr>
            </a:lvl5pPr>
            <a:lvl6pPr indent="-285750" lvl="5" marL="2743200" rtl="0">
              <a:spcBef>
                <a:spcPts val="0"/>
              </a:spcBef>
              <a:spcAft>
                <a:spcPts val="0"/>
              </a:spcAft>
              <a:buClr>
                <a:srgbClr val="F3F3F3"/>
              </a:buClr>
              <a:buSzPts val="900"/>
              <a:buChar char="■"/>
              <a:defRPr sz="900">
                <a:solidFill>
                  <a:srgbClr val="F3F3F3"/>
                </a:solidFill>
              </a:defRPr>
            </a:lvl6pPr>
            <a:lvl7pPr indent="-285750" lvl="6" marL="3200400" rtl="0">
              <a:spcBef>
                <a:spcPts val="0"/>
              </a:spcBef>
              <a:spcAft>
                <a:spcPts val="0"/>
              </a:spcAft>
              <a:buClr>
                <a:srgbClr val="F3F3F3"/>
              </a:buClr>
              <a:buSzPts val="900"/>
              <a:buChar char="●"/>
              <a:defRPr sz="900">
                <a:solidFill>
                  <a:srgbClr val="F3F3F3"/>
                </a:solidFill>
              </a:defRPr>
            </a:lvl7pPr>
            <a:lvl8pPr indent="-285750" lvl="7" marL="3657600" rtl="0">
              <a:spcBef>
                <a:spcPts val="0"/>
              </a:spcBef>
              <a:spcAft>
                <a:spcPts val="0"/>
              </a:spcAft>
              <a:buClr>
                <a:srgbClr val="F3F3F3"/>
              </a:buClr>
              <a:buSzPts val="900"/>
              <a:buChar char="○"/>
              <a:defRPr sz="900">
                <a:solidFill>
                  <a:srgbClr val="F3F3F3"/>
                </a:solidFill>
              </a:defRPr>
            </a:lvl8pPr>
            <a:lvl9pPr indent="-285750" lvl="8" marL="4114800" rtl="0">
              <a:spcBef>
                <a:spcPts val="0"/>
              </a:spcBef>
              <a:spcAft>
                <a:spcPts val="0"/>
              </a:spcAft>
              <a:buClr>
                <a:srgbClr val="F3F3F3"/>
              </a:buClr>
              <a:buSzPts val="900"/>
              <a:buChar char="■"/>
              <a:defRPr sz="900">
                <a:solidFill>
                  <a:srgbClr val="F3F3F3"/>
                </a:solidFill>
              </a:defRPr>
            </a:lvl9pPr>
          </a:lstStyle>
          <a:p/>
        </p:txBody>
      </p:sp>
      <p:pic>
        <p:nvPicPr>
          <p:cNvPr id="364" name="Google Shape;364;p27"/>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365" name="Google Shape;365;p27"/>
          <p:cNvSpPr txBox="1"/>
          <p:nvPr>
            <p:ph idx="6" type="title"/>
          </p:nvPr>
        </p:nvSpPr>
        <p:spPr>
          <a:xfrm>
            <a:off x="2634700" y="2615700"/>
            <a:ext cx="1699800" cy="344400"/>
          </a:xfrm>
          <a:prstGeom prst="rect">
            <a:avLst/>
          </a:prstGeom>
        </p:spPr>
        <p:txBody>
          <a:bodyPr anchorCtr="0" anchor="t" bIns="91425" lIns="0" spcFirstLastPara="1" rIns="91425" wrap="square" tIns="0">
            <a:noAutofit/>
          </a:bodyPr>
          <a:lstStyle>
            <a:lvl1pPr lvl="0" rtl="0">
              <a:spcBef>
                <a:spcPts val="0"/>
              </a:spcBef>
              <a:spcAft>
                <a:spcPts val="0"/>
              </a:spcAft>
              <a:buClr>
                <a:srgbClr val="75F0FB"/>
              </a:buClr>
              <a:buSzPts val="1000"/>
              <a:buFont typeface="Syne"/>
              <a:buNone/>
              <a:defRPr b="1" sz="1000">
                <a:solidFill>
                  <a:srgbClr val="75F0FB"/>
                </a:solidFill>
                <a:latin typeface="Syne"/>
                <a:ea typeface="Syne"/>
                <a:cs typeface="Syne"/>
                <a:sym typeface="Syne"/>
              </a:defRPr>
            </a:lvl1pPr>
            <a:lvl2pPr lvl="1" rtl="0">
              <a:spcBef>
                <a:spcPts val="0"/>
              </a:spcBef>
              <a:spcAft>
                <a:spcPts val="0"/>
              </a:spcAft>
              <a:buSzPts val="2800"/>
              <a:buFont typeface="Syne"/>
              <a:buNone/>
              <a:defRPr b="1">
                <a:latin typeface="Syne"/>
                <a:ea typeface="Syne"/>
                <a:cs typeface="Syne"/>
                <a:sym typeface="Syne"/>
              </a:defRPr>
            </a:lvl2pPr>
            <a:lvl3pPr lvl="2" rtl="0">
              <a:spcBef>
                <a:spcPts val="0"/>
              </a:spcBef>
              <a:spcAft>
                <a:spcPts val="0"/>
              </a:spcAft>
              <a:buSzPts val="2800"/>
              <a:buFont typeface="Syne"/>
              <a:buNone/>
              <a:defRPr b="1">
                <a:latin typeface="Syne"/>
                <a:ea typeface="Syne"/>
                <a:cs typeface="Syne"/>
                <a:sym typeface="Syne"/>
              </a:defRPr>
            </a:lvl3pPr>
            <a:lvl4pPr lvl="3" rtl="0">
              <a:spcBef>
                <a:spcPts val="0"/>
              </a:spcBef>
              <a:spcAft>
                <a:spcPts val="0"/>
              </a:spcAft>
              <a:buSzPts val="2800"/>
              <a:buFont typeface="Syne"/>
              <a:buNone/>
              <a:defRPr b="1">
                <a:latin typeface="Syne"/>
                <a:ea typeface="Syne"/>
                <a:cs typeface="Syne"/>
                <a:sym typeface="Syne"/>
              </a:defRPr>
            </a:lvl4pPr>
            <a:lvl5pPr lvl="4" rtl="0">
              <a:spcBef>
                <a:spcPts val="0"/>
              </a:spcBef>
              <a:spcAft>
                <a:spcPts val="0"/>
              </a:spcAft>
              <a:buSzPts val="2800"/>
              <a:buFont typeface="Syne"/>
              <a:buNone/>
              <a:defRPr b="1">
                <a:latin typeface="Syne"/>
                <a:ea typeface="Syne"/>
                <a:cs typeface="Syne"/>
                <a:sym typeface="Syne"/>
              </a:defRPr>
            </a:lvl5pPr>
            <a:lvl6pPr lvl="5" rtl="0">
              <a:spcBef>
                <a:spcPts val="0"/>
              </a:spcBef>
              <a:spcAft>
                <a:spcPts val="0"/>
              </a:spcAft>
              <a:buSzPts val="2800"/>
              <a:buFont typeface="Syne"/>
              <a:buNone/>
              <a:defRPr b="1">
                <a:latin typeface="Syne"/>
                <a:ea typeface="Syne"/>
                <a:cs typeface="Syne"/>
                <a:sym typeface="Syne"/>
              </a:defRPr>
            </a:lvl6pPr>
            <a:lvl7pPr lvl="6" rtl="0">
              <a:spcBef>
                <a:spcPts val="0"/>
              </a:spcBef>
              <a:spcAft>
                <a:spcPts val="0"/>
              </a:spcAft>
              <a:buSzPts val="2800"/>
              <a:buFont typeface="Syne"/>
              <a:buNone/>
              <a:defRPr b="1">
                <a:latin typeface="Syne"/>
                <a:ea typeface="Syne"/>
                <a:cs typeface="Syne"/>
                <a:sym typeface="Syne"/>
              </a:defRPr>
            </a:lvl7pPr>
            <a:lvl8pPr lvl="7" rtl="0">
              <a:spcBef>
                <a:spcPts val="0"/>
              </a:spcBef>
              <a:spcAft>
                <a:spcPts val="0"/>
              </a:spcAft>
              <a:buSzPts val="2800"/>
              <a:buFont typeface="Syne"/>
              <a:buNone/>
              <a:defRPr b="1">
                <a:latin typeface="Syne"/>
                <a:ea typeface="Syne"/>
                <a:cs typeface="Syne"/>
                <a:sym typeface="Syne"/>
              </a:defRPr>
            </a:lvl8pPr>
            <a:lvl9pPr lvl="8" rtl="0">
              <a:spcBef>
                <a:spcPts val="0"/>
              </a:spcBef>
              <a:spcAft>
                <a:spcPts val="0"/>
              </a:spcAft>
              <a:buSzPts val="2800"/>
              <a:buFont typeface="Syne"/>
              <a:buNone/>
              <a:defRPr b="1">
                <a:latin typeface="Syne"/>
                <a:ea typeface="Syne"/>
                <a:cs typeface="Syne"/>
                <a:sym typeface="Syne"/>
              </a:defRPr>
            </a:lvl9pPr>
          </a:lstStyle>
          <a:p/>
        </p:txBody>
      </p:sp>
      <p:sp>
        <p:nvSpPr>
          <p:cNvPr id="366" name="Google Shape;366;p27"/>
          <p:cNvSpPr txBox="1"/>
          <p:nvPr>
            <p:ph idx="7" type="title"/>
          </p:nvPr>
        </p:nvSpPr>
        <p:spPr>
          <a:xfrm>
            <a:off x="4809350" y="2615700"/>
            <a:ext cx="1699800" cy="344400"/>
          </a:xfrm>
          <a:prstGeom prst="rect">
            <a:avLst/>
          </a:prstGeom>
        </p:spPr>
        <p:txBody>
          <a:bodyPr anchorCtr="0" anchor="t" bIns="91425" lIns="0" spcFirstLastPara="1" rIns="91425" wrap="square" tIns="0">
            <a:noAutofit/>
          </a:bodyPr>
          <a:lstStyle>
            <a:lvl1pPr lvl="0" rtl="0">
              <a:spcBef>
                <a:spcPts val="0"/>
              </a:spcBef>
              <a:spcAft>
                <a:spcPts val="0"/>
              </a:spcAft>
              <a:buClr>
                <a:srgbClr val="75F0FB"/>
              </a:buClr>
              <a:buSzPts val="1000"/>
              <a:buFont typeface="Syne"/>
              <a:buNone/>
              <a:defRPr b="1" sz="1000">
                <a:solidFill>
                  <a:srgbClr val="75F0FB"/>
                </a:solidFill>
                <a:latin typeface="Syne"/>
                <a:ea typeface="Syne"/>
                <a:cs typeface="Syne"/>
                <a:sym typeface="Syne"/>
              </a:defRPr>
            </a:lvl1pPr>
            <a:lvl2pPr lvl="1" rtl="0">
              <a:spcBef>
                <a:spcPts val="0"/>
              </a:spcBef>
              <a:spcAft>
                <a:spcPts val="0"/>
              </a:spcAft>
              <a:buSzPts val="2800"/>
              <a:buFont typeface="Syne"/>
              <a:buNone/>
              <a:defRPr b="1">
                <a:latin typeface="Syne"/>
                <a:ea typeface="Syne"/>
                <a:cs typeface="Syne"/>
                <a:sym typeface="Syne"/>
              </a:defRPr>
            </a:lvl2pPr>
            <a:lvl3pPr lvl="2" rtl="0">
              <a:spcBef>
                <a:spcPts val="0"/>
              </a:spcBef>
              <a:spcAft>
                <a:spcPts val="0"/>
              </a:spcAft>
              <a:buSzPts val="2800"/>
              <a:buFont typeface="Syne"/>
              <a:buNone/>
              <a:defRPr b="1">
                <a:latin typeface="Syne"/>
                <a:ea typeface="Syne"/>
                <a:cs typeface="Syne"/>
                <a:sym typeface="Syne"/>
              </a:defRPr>
            </a:lvl3pPr>
            <a:lvl4pPr lvl="3" rtl="0">
              <a:spcBef>
                <a:spcPts val="0"/>
              </a:spcBef>
              <a:spcAft>
                <a:spcPts val="0"/>
              </a:spcAft>
              <a:buSzPts val="2800"/>
              <a:buFont typeface="Syne"/>
              <a:buNone/>
              <a:defRPr b="1">
                <a:latin typeface="Syne"/>
                <a:ea typeface="Syne"/>
                <a:cs typeface="Syne"/>
                <a:sym typeface="Syne"/>
              </a:defRPr>
            </a:lvl4pPr>
            <a:lvl5pPr lvl="4" rtl="0">
              <a:spcBef>
                <a:spcPts val="0"/>
              </a:spcBef>
              <a:spcAft>
                <a:spcPts val="0"/>
              </a:spcAft>
              <a:buSzPts val="2800"/>
              <a:buFont typeface="Syne"/>
              <a:buNone/>
              <a:defRPr b="1">
                <a:latin typeface="Syne"/>
                <a:ea typeface="Syne"/>
                <a:cs typeface="Syne"/>
                <a:sym typeface="Syne"/>
              </a:defRPr>
            </a:lvl5pPr>
            <a:lvl6pPr lvl="5" rtl="0">
              <a:spcBef>
                <a:spcPts val="0"/>
              </a:spcBef>
              <a:spcAft>
                <a:spcPts val="0"/>
              </a:spcAft>
              <a:buSzPts val="2800"/>
              <a:buFont typeface="Syne"/>
              <a:buNone/>
              <a:defRPr b="1">
                <a:latin typeface="Syne"/>
                <a:ea typeface="Syne"/>
                <a:cs typeface="Syne"/>
                <a:sym typeface="Syne"/>
              </a:defRPr>
            </a:lvl6pPr>
            <a:lvl7pPr lvl="6" rtl="0">
              <a:spcBef>
                <a:spcPts val="0"/>
              </a:spcBef>
              <a:spcAft>
                <a:spcPts val="0"/>
              </a:spcAft>
              <a:buSzPts val="2800"/>
              <a:buFont typeface="Syne"/>
              <a:buNone/>
              <a:defRPr b="1">
                <a:latin typeface="Syne"/>
                <a:ea typeface="Syne"/>
                <a:cs typeface="Syne"/>
                <a:sym typeface="Syne"/>
              </a:defRPr>
            </a:lvl7pPr>
            <a:lvl8pPr lvl="7" rtl="0">
              <a:spcBef>
                <a:spcPts val="0"/>
              </a:spcBef>
              <a:spcAft>
                <a:spcPts val="0"/>
              </a:spcAft>
              <a:buSzPts val="2800"/>
              <a:buFont typeface="Syne"/>
              <a:buNone/>
              <a:defRPr b="1">
                <a:latin typeface="Syne"/>
                <a:ea typeface="Syne"/>
                <a:cs typeface="Syne"/>
                <a:sym typeface="Syne"/>
              </a:defRPr>
            </a:lvl8pPr>
            <a:lvl9pPr lvl="8" rtl="0">
              <a:spcBef>
                <a:spcPts val="0"/>
              </a:spcBef>
              <a:spcAft>
                <a:spcPts val="0"/>
              </a:spcAft>
              <a:buSzPts val="2800"/>
              <a:buFont typeface="Syne"/>
              <a:buNone/>
              <a:defRPr b="1">
                <a:latin typeface="Syne"/>
                <a:ea typeface="Syne"/>
                <a:cs typeface="Syne"/>
                <a:sym typeface="Syne"/>
              </a:defRPr>
            </a:lvl9pPr>
          </a:lstStyle>
          <a:p/>
        </p:txBody>
      </p:sp>
      <p:sp>
        <p:nvSpPr>
          <p:cNvPr id="367" name="Google Shape;367;p27"/>
          <p:cNvSpPr txBox="1"/>
          <p:nvPr>
            <p:ph idx="8" type="title"/>
          </p:nvPr>
        </p:nvSpPr>
        <p:spPr>
          <a:xfrm>
            <a:off x="6984000" y="2615700"/>
            <a:ext cx="1699800" cy="344400"/>
          </a:xfrm>
          <a:prstGeom prst="rect">
            <a:avLst/>
          </a:prstGeom>
        </p:spPr>
        <p:txBody>
          <a:bodyPr anchorCtr="0" anchor="t" bIns="91425" lIns="0" spcFirstLastPara="1" rIns="91425" wrap="square" tIns="0">
            <a:noAutofit/>
          </a:bodyPr>
          <a:lstStyle>
            <a:lvl1pPr lvl="0" rtl="0">
              <a:spcBef>
                <a:spcPts val="0"/>
              </a:spcBef>
              <a:spcAft>
                <a:spcPts val="0"/>
              </a:spcAft>
              <a:buClr>
                <a:srgbClr val="75F0FB"/>
              </a:buClr>
              <a:buSzPts val="1000"/>
              <a:buFont typeface="Syne"/>
              <a:buNone/>
              <a:defRPr b="1" sz="1000">
                <a:solidFill>
                  <a:srgbClr val="75F0FB"/>
                </a:solidFill>
                <a:latin typeface="Syne"/>
                <a:ea typeface="Syne"/>
                <a:cs typeface="Syne"/>
                <a:sym typeface="Syne"/>
              </a:defRPr>
            </a:lvl1pPr>
            <a:lvl2pPr lvl="1" rtl="0">
              <a:spcBef>
                <a:spcPts val="0"/>
              </a:spcBef>
              <a:spcAft>
                <a:spcPts val="0"/>
              </a:spcAft>
              <a:buSzPts val="2800"/>
              <a:buFont typeface="Syne"/>
              <a:buNone/>
              <a:defRPr b="1">
                <a:latin typeface="Syne"/>
                <a:ea typeface="Syne"/>
                <a:cs typeface="Syne"/>
                <a:sym typeface="Syne"/>
              </a:defRPr>
            </a:lvl2pPr>
            <a:lvl3pPr lvl="2" rtl="0">
              <a:spcBef>
                <a:spcPts val="0"/>
              </a:spcBef>
              <a:spcAft>
                <a:spcPts val="0"/>
              </a:spcAft>
              <a:buSzPts val="2800"/>
              <a:buFont typeface="Syne"/>
              <a:buNone/>
              <a:defRPr b="1">
                <a:latin typeface="Syne"/>
                <a:ea typeface="Syne"/>
                <a:cs typeface="Syne"/>
                <a:sym typeface="Syne"/>
              </a:defRPr>
            </a:lvl3pPr>
            <a:lvl4pPr lvl="3" rtl="0">
              <a:spcBef>
                <a:spcPts val="0"/>
              </a:spcBef>
              <a:spcAft>
                <a:spcPts val="0"/>
              </a:spcAft>
              <a:buSzPts val="2800"/>
              <a:buFont typeface="Syne"/>
              <a:buNone/>
              <a:defRPr b="1">
                <a:latin typeface="Syne"/>
                <a:ea typeface="Syne"/>
                <a:cs typeface="Syne"/>
                <a:sym typeface="Syne"/>
              </a:defRPr>
            </a:lvl4pPr>
            <a:lvl5pPr lvl="4" rtl="0">
              <a:spcBef>
                <a:spcPts val="0"/>
              </a:spcBef>
              <a:spcAft>
                <a:spcPts val="0"/>
              </a:spcAft>
              <a:buSzPts val="2800"/>
              <a:buFont typeface="Syne"/>
              <a:buNone/>
              <a:defRPr b="1">
                <a:latin typeface="Syne"/>
                <a:ea typeface="Syne"/>
                <a:cs typeface="Syne"/>
                <a:sym typeface="Syne"/>
              </a:defRPr>
            </a:lvl5pPr>
            <a:lvl6pPr lvl="5" rtl="0">
              <a:spcBef>
                <a:spcPts val="0"/>
              </a:spcBef>
              <a:spcAft>
                <a:spcPts val="0"/>
              </a:spcAft>
              <a:buSzPts val="2800"/>
              <a:buFont typeface="Syne"/>
              <a:buNone/>
              <a:defRPr b="1">
                <a:latin typeface="Syne"/>
                <a:ea typeface="Syne"/>
                <a:cs typeface="Syne"/>
                <a:sym typeface="Syne"/>
              </a:defRPr>
            </a:lvl6pPr>
            <a:lvl7pPr lvl="6" rtl="0">
              <a:spcBef>
                <a:spcPts val="0"/>
              </a:spcBef>
              <a:spcAft>
                <a:spcPts val="0"/>
              </a:spcAft>
              <a:buSzPts val="2800"/>
              <a:buFont typeface="Syne"/>
              <a:buNone/>
              <a:defRPr b="1">
                <a:latin typeface="Syne"/>
                <a:ea typeface="Syne"/>
                <a:cs typeface="Syne"/>
                <a:sym typeface="Syne"/>
              </a:defRPr>
            </a:lvl7pPr>
            <a:lvl8pPr lvl="7" rtl="0">
              <a:spcBef>
                <a:spcPts val="0"/>
              </a:spcBef>
              <a:spcAft>
                <a:spcPts val="0"/>
              </a:spcAft>
              <a:buSzPts val="2800"/>
              <a:buFont typeface="Syne"/>
              <a:buNone/>
              <a:defRPr b="1">
                <a:latin typeface="Syne"/>
                <a:ea typeface="Syne"/>
                <a:cs typeface="Syne"/>
                <a:sym typeface="Syne"/>
              </a:defRPr>
            </a:lvl8pPr>
            <a:lvl9pPr lvl="8" rtl="0">
              <a:spcBef>
                <a:spcPts val="0"/>
              </a:spcBef>
              <a:spcAft>
                <a:spcPts val="0"/>
              </a:spcAft>
              <a:buSzPts val="2800"/>
              <a:buFont typeface="Syne"/>
              <a:buNone/>
              <a:defRPr b="1">
                <a:latin typeface="Syne"/>
                <a:ea typeface="Syne"/>
                <a:cs typeface="Syne"/>
                <a:sym typeface="Syne"/>
              </a:defRPr>
            </a:lvl9pPr>
          </a:lstStyle>
          <a:p/>
        </p:txBody>
      </p:sp>
      <p:sp>
        <p:nvSpPr>
          <p:cNvPr id="368" name="Google Shape;368;p27"/>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369" name="Google Shape;369;p27"/>
          <p:cNvPicPr preferRelativeResize="0"/>
          <p:nvPr/>
        </p:nvPicPr>
        <p:blipFill>
          <a:blip r:embed="rId3">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s">
  <p:cSld name="SECTION_HEADER_1_1_1_1_1">
    <p:bg>
      <p:bgPr>
        <a:solidFill>
          <a:srgbClr val="EFEFEF"/>
        </a:solidFill>
      </p:bgPr>
    </p:bg>
    <p:spTree>
      <p:nvGrpSpPr>
        <p:cNvPr id="370" name="Shape 370"/>
        <p:cNvGrpSpPr/>
        <p:nvPr/>
      </p:nvGrpSpPr>
      <p:grpSpPr>
        <a:xfrm>
          <a:off x="0" y="0"/>
          <a:ext cx="0" cy="0"/>
          <a:chOff x="0" y="0"/>
          <a:chExt cx="0" cy="0"/>
        </a:xfrm>
      </p:grpSpPr>
      <p:sp>
        <p:nvSpPr>
          <p:cNvPr id="371" name="Google Shape;371;p28"/>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pic>
        <p:nvPicPr>
          <p:cNvPr id="372" name="Google Shape;372;p28"/>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373" name="Google Shape;373;p28"/>
          <p:cNvSpPr/>
          <p:nvPr>
            <p:ph idx="2" type="pic"/>
          </p:nvPr>
        </p:nvSpPr>
        <p:spPr>
          <a:xfrm>
            <a:off x="5029688" y="814525"/>
            <a:ext cx="1843200" cy="1331700"/>
          </a:xfrm>
          <a:prstGeom prst="roundRect">
            <a:avLst>
              <a:gd fmla="val 5318" name="adj"/>
            </a:avLst>
          </a:prstGeom>
          <a:noFill/>
          <a:ln>
            <a:noFill/>
          </a:ln>
        </p:spPr>
      </p:sp>
      <p:sp>
        <p:nvSpPr>
          <p:cNvPr id="374" name="Google Shape;374;p28"/>
          <p:cNvSpPr/>
          <p:nvPr>
            <p:ph idx="3" type="pic"/>
          </p:nvPr>
        </p:nvSpPr>
        <p:spPr>
          <a:xfrm>
            <a:off x="6989100" y="814525"/>
            <a:ext cx="1843200" cy="1331700"/>
          </a:xfrm>
          <a:prstGeom prst="roundRect">
            <a:avLst>
              <a:gd fmla="val 5318" name="adj"/>
            </a:avLst>
          </a:prstGeom>
          <a:noFill/>
          <a:ln>
            <a:noFill/>
          </a:ln>
        </p:spPr>
      </p:sp>
      <p:sp>
        <p:nvSpPr>
          <p:cNvPr id="375" name="Google Shape;375;p28"/>
          <p:cNvSpPr/>
          <p:nvPr>
            <p:ph idx="4" type="pic"/>
          </p:nvPr>
        </p:nvSpPr>
        <p:spPr>
          <a:xfrm>
            <a:off x="3070275" y="814525"/>
            <a:ext cx="1843200" cy="1331700"/>
          </a:xfrm>
          <a:prstGeom prst="roundRect">
            <a:avLst>
              <a:gd fmla="val 5318" name="adj"/>
            </a:avLst>
          </a:prstGeom>
          <a:noFill/>
          <a:ln>
            <a:noFill/>
          </a:ln>
        </p:spPr>
      </p:sp>
      <p:sp>
        <p:nvSpPr>
          <p:cNvPr id="376" name="Google Shape;376;p28"/>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377" name="Google Shape;377;p28"/>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378" name="Google Shape;378;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s 2">
  <p:cSld name="SECTION_HEADER_1_1_1_1_1_1">
    <p:bg>
      <p:bgPr>
        <a:solidFill>
          <a:srgbClr val="EFEFEF"/>
        </a:solidFill>
      </p:bgPr>
    </p:bg>
    <p:spTree>
      <p:nvGrpSpPr>
        <p:cNvPr id="379" name="Shape 379"/>
        <p:cNvGrpSpPr/>
        <p:nvPr/>
      </p:nvGrpSpPr>
      <p:grpSpPr>
        <a:xfrm>
          <a:off x="0" y="0"/>
          <a:ext cx="0" cy="0"/>
          <a:chOff x="0" y="0"/>
          <a:chExt cx="0" cy="0"/>
        </a:xfrm>
      </p:grpSpPr>
      <p:sp>
        <p:nvSpPr>
          <p:cNvPr id="380" name="Google Shape;380;p29"/>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pic>
        <p:nvPicPr>
          <p:cNvPr id="381" name="Google Shape;381;p29"/>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382" name="Google Shape;382;p29"/>
          <p:cNvSpPr/>
          <p:nvPr>
            <p:ph idx="2" type="pic"/>
          </p:nvPr>
        </p:nvSpPr>
        <p:spPr>
          <a:xfrm>
            <a:off x="3627600" y="814525"/>
            <a:ext cx="2523000" cy="1331700"/>
          </a:xfrm>
          <a:prstGeom prst="roundRect">
            <a:avLst>
              <a:gd fmla="val 5318" name="adj"/>
            </a:avLst>
          </a:prstGeom>
          <a:noFill/>
          <a:ln>
            <a:noFill/>
          </a:ln>
        </p:spPr>
      </p:sp>
      <p:sp>
        <p:nvSpPr>
          <p:cNvPr id="383" name="Google Shape;383;p29"/>
          <p:cNvSpPr/>
          <p:nvPr>
            <p:ph idx="3" type="pic"/>
          </p:nvPr>
        </p:nvSpPr>
        <p:spPr>
          <a:xfrm>
            <a:off x="6309483" y="814525"/>
            <a:ext cx="2523000" cy="1331700"/>
          </a:xfrm>
          <a:prstGeom prst="roundRect">
            <a:avLst>
              <a:gd fmla="val 5318" name="adj"/>
            </a:avLst>
          </a:prstGeom>
          <a:noFill/>
          <a:ln>
            <a:noFill/>
          </a:ln>
        </p:spPr>
      </p:sp>
      <p:sp>
        <p:nvSpPr>
          <p:cNvPr id="384" name="Google Shape;384;p29"/>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385" name="Google Shape;385;p29"/>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386" name="Google Shape;38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ckup slide">
  <p:cSld name="SECTION_HEADER_1_1_1_1_1_1_1">
    <p:bg>
      <p:bgPr>
        <a:solidFill>
          <a:srgbClr val="EFEFEF"/>
        </a:solidFill>
      </p:bgPr>
    </p:bg>
    <p:spTree>
      <p:nvGrpSpPr>
        <p:cNvPr id="387" name="Shape 387"/>
        <p:cNvGrpSpPr/>
        <p:nvPr/>
      </p:nvGrpSpPr>
      <p:grpSpPr>
        <a:xfrm>
          <a:off x="0" y="0"/>
          <a:ext cx="0" cy="0"/>
          <a:chOff x="0" y="0"/>
          <a:chExt cx="0" cy="0"/>
        </a:xfrm>
      </p:grpSpPr>
      <p:sp>
        <p:nvSpPr>
          <p:cNvPr id="388" name="Google Shape;388;p30"/>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pic>
        <p:nvPicPr>
          <p:cNvPr id="389" name="Google Shape;389;p30"/>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390" name="Google Shape;390;p30"/>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391" name="Google Shape;391;p30"/>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392" name="Google Shape;392;p30"/>
          <p:cNvSpPr txBox="1"/>
          <p:nvPr>
            <p:ph type="title"/>
          </p:nvPr>
        </p:nvSpPr>
        <p:spPr>
          <a:xfrm>
            <a:off x="2416400" y="270775"/>
            <a:ext cx="5212800" cy="276000"/>
          </a:xfrm>
          <a:prstGeom prst="rect">
            <a:avLst/>
          </a:prstGeom>
        </p:spPr>
        <p:txBody>
          <a:bodyPr anchorCtr="0" anchor="ctr" bIns="91425" lIns="91425" spcFirstLastPara="1" rIns="91425" wrap="square" tIns="91425">
            <a:noAutofit/>
          </a:bodyPr>
          <a:lstStyle>
            <a:lvl1pPr lvl="0">
              <a:spcBef>
                <a:spcPts val="0"/>
              </a:spcBef>
              <a:spcAft>
                <a:spcPts val="0"/>
              </a:spcAft>
              <a:buSzPts val="2800"/>
              <a:buFont typeface="Syne"/>
              <a:buNone/>
              <a:defRPr b="1">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3" name="Google Shape;393;p30"/>
          <p:cNvSpPr txBox="1"/>
          <p:nvPr>
            <p:ph idx="1" type="body"/>
          </p:nvPr>
        </p:nvSpPr>
        <p:spPr>
          <a:xfrm>
            <a:off x="270900" y="723525"/>
            <a:ext cx="3416100" cy="18408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394" name="Google Shape;394;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3F3F3"/>
        </a:solidFill>
      </p:bgPr>
    </p:bg>
    <p:spTree>
      <p:nvGrpSpPr>
        <p:cNvPr id="395" name="Shape 395"/>
        <p:cNvGrpSpPr/>
        <p:nvPr/>
      </p:nvGrpSpPr>
      <p:grpSpPr>
        <a:xfrm>
          <a:off x="0" y="0"/>
          <a:ext cx="0" cy="0"/>
          <a:chOff x="0" y="0"/>
          <a:chExt cx="0" cy="0"/>
        </a:xfrm>
      </p:grpSpPr>
      <p:sp>
        <p:nvSpPr>
          <p:cNvPr id="396" name="Google Shape;396;p31"/>
          <p:cNvSpPr txBox="1"/>
          <p:nvPr>
            <p:ph type="title"/>
          </p:nvPr>
        </p:nvSpPr>
        <p:spPr>
          <a:xfrm>
            <a:off x="270900" y="884625"/>
            <a:ext cx="8520600" cy="572700"/>
          </a:xfrm>
          <a:prstGeom prst="rect">
            <a:avLst/>
          </a:prstGeom>
        </p:spPr>
        <p:txBody>
          <a:bodyPr anchorCtr="0" anchor="t" bIns="91425" lIns="0" spcFirstLastPara="1" rIns="91425" wrap="square" tIns="91425">
            <a:normAutofit/>
          </a:bodyPr>
          <a:lstStyle>
            <a:lvl1pPr lvl="0">
              <a:spcBef>
                <a:spcPts val="0"/>
              </a:spcBef>
              <a:spcAft>
                <a:spcPts val="0"/>
              </a:spcAft>
              <a:buSzPts val="2100"/>
              <a:buFont typeface="Syne"/>
              <a:buNone/>
              <a:defRPr b="1" sz="2100">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7" name="Google Shape;397;p31"/>
          <p:cNvSpPr/>
          <p:nvPr/>
        </p:nvSpPr>
        <p:spPr>
          <a:xfrm>
            <a:off x="774225" y="270775"/>
            <a:ext cx="16437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398" name="Google Shape;398;p31"/>
          <p:cNvSpPr/>
          <p:nvPr/>
        </p:nvSpPr>
        <p:spPr>
          <a:xfrm>
            <a:off x="285750" y="2056050"/>
            <a:ext cx="8645700" cy="572700"/>
          </a:xfrm>
          <a:prstGeom prst="roundRect">
            <a:avLst>
              <a:gd fmla="val 6395"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399" name="Google Shape;399;p31"/>
          <p:cNvSpPr/>
          <p:nvPr/>
        </p:nvSpPr>
        <p:spPr>
          <a:xfrm>
            <a:off x="285750" y="2911900"/>
            <a:ext cx="8645700" cy="572700"/>
          </a:xfrm>
          <a:prstGeom prst="roundRect">
            <a:avLst>
              <a:gd fmla="val 7862" name="adj"/>
            </a:avLst>
          </a:prstGeom>
          <a:solidFill>
            <a:srgbClr val="75F0FB">
              <a:alpha val="360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0" name="Google Shape;400;p31"/>
          <p:cNvSpPr/>
          <p:nvPr/>
        </p:nvSpPr>
        <p:spPr>
          <a:xfrm>
            <a:off x="285750" y="3542425"/>
            <a:ext cx="8645700" cy="572700"/>
          </a:xfrm>
          <a:prstGeom prst="roundRect">
            <a:avLst>
              <a:gd fmla="val 5295" name="adj"/>
            </a:avLst>
          </a:prstGeom>
          <a:solidFill>
            <a:srgbClr val="75F0FB">
              <a:alpha val="1266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1" name="Google Shape;401;p31"/>
          <p:cNvSpPr/>
          <p:nvPr/>
        </p:nvSpPr>
        <p:spPr>
          <a:xfrm>
            <a:off x="285750" y="4172950"/>
            <a:ext cx="8645700" cy="572700"/>
          </a:xfrm>
          <a:prstGeom prst="roundRect">
            <a:avLst>
              <a:gd fmla="val 5295"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2" name="Google Shape;402;p31"/>
          <p:cNvSpPr/>
          <p:nvPr/>
        </p:nvSpPr>
        <p:spPr>
          <a:xfrm>
            <a:off x="285750" y="1425525"/>
            <a:ext cx="8645700" cy="572700"/>
          </a:xfrm>
          <a:prstGeom prst="roundRect">
            <a:avLst>
              <a:gd fmla="val 1023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03" name="Google Shape;403;p31"/>
          <p:cNvSpPr txBox="1"/>
          <p:nvPr>
            <p:ph idx="1" type="subTitle"/>
          </p:nvPr>
        </p:nvSpPr>
        <p:spPr>
          <a:xfrm>
            <a:off x="439625" y="1425525"/>
            <a:ext cx="2549700" cy="572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1200"/>
              <a:buNone/>
              <a:defRPr b="1" sz="12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404" name="Google Shape;404;p31"/>
          <p:cNvSpPr txBox="1"/>
          <p:nvPr>
            <p:ph idx="2" type="subTitle"/>
          </p:nvPr>
        </p:nvSpPr>
        <p:spPr>
          <a:xfrm>
            <a:off x="3333750" y="1425525"/>
            <a:ext cx="52974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05" name="Google Shape;405;p31"/>
          <p:cNvSpPr txBox="1"/>
          <p:nvPr>
            <p:ph idx="3" type="subTitle"/>
          </p:nvPr>
        </p:nvSpPr>
        <p:spPr>
          <a:xfrm>
            <a:off x="439625" y="2073513"/>
            <a:ext cx="25497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b="1" sz="12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06" name="Google Shape;406;p31"/>
          <p:cNvSpPr txBox="1"/>
          <p:nvPr>
            <p:ph idx="4" type="subTitle"/>
          </p:nvPr>
        </p:nvSpPr>
        <p:spPr>
          <a:xfrm>
            <a:off x="3333750" y="2073513"/>
            <a:ext cx="52974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07" name="Google Shape;407;p31"/>
          <p:cNvSpPr txBox="1"/>
          <p:nvPr>
            <p:ph idx="5" type="subTitle"/>
          </p:nvPr>
        </p:nvSpPr>
        <p:spPr>
          <a:xfrm>
            <a:off x="439625" y="2911888"/>
            <a:ext cx="25497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b="1" sz="12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08" name="Google Shape;408;p31"/>
          <p:cNvSpPr txBox="1"/>
          <p:nvPr>
            <p:ph idx="6" type="subTitle"/>
          </p:nvPr>
        </p:nvSpPr>
        <p:spPr>
          <a:xfrm>
            <a:off x="3333750" y="2911888"/>
            <a:ext cx="52974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09" name="Google Shape;409;p31"/>
          <p:cNvSpPr txBox="1"/>
          <p:nvPr>
            <p:ph idx="7" type="subTitle"/>
          </p:nvPr>
        </p:nvSpPr>
        <p:spPr>
          <a:xfrm>
            <a:off x="439625" y="3542413"/>
            <a:ext cx="25497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b="1" sz="12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0" name="Google Shape;410;p31"/>
          <p:cNvSpPr txBox="1"/>
          <p:nvPr>
            <p:ph idx="8" type="subTitle"/>
          </p:nvPr>
        </p:nvSpPr>
        <p:spPr>
          <a:xfrm>
            <a:off x="3333750" y="3542413"/>
            <a:ext cx="52974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1" name="Google Shape;411;p31"/>
          <p:cNvSpPr txBox="1"/>
          <p:nvPr>
            <p:ph idx="9" type="subTitle"/>
          </p:nvPr>
        </p:nvSpPr>
        <p:spPr>
          <a:xfrm>
            <a:off x="439625" y="4172938"/>
            <a:ext cx="25497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200"/>
              <a:buNone/>
              <a:defRPr b="1" sz="12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412" name="Google Shape;412;p31"/>
          <p:cNvSpPr txBox="1"/>
          <p:nvPr>
            <p:ph idx="13" type="subTitle"/>
          </p:nvPr>
        </p:nvSpPr>
        <p:spPr>
          <a:xfrm>
            <a:off x="3333750" y="4172938"/>
            <a:ext cx="5297400" cy="572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900"/>
              <a:buNone/>
              <a:defRPr sz="9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pic>
        <p:nvPicPr>
          <p:cNvPr id="413" name="Google Shape;413;p31"/>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414" name="Google Shape;414;p31"/>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415" name="Google Shape;415;p31"/>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416" name="Google Shape;416;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7" name="Shape 417"/>
        <p:cNvGrpSpPr/>
        <p:nvPr/>
      </p:nvGrpSpPr>
      <p:grpSpPr>
        <a:xfrm>
          <a:off x="0" y="0"/>
          <a:ext cx="0" cy="0"/>
          <a:chOff x="0" y="0"/>
          <a:chExt cx="0" cy="0"/>
        </a:xfrm>
      </p:grpSpPr>
      <p:sp>
        <p:nvSpPr>
          <p:cNvPr id="418" name="Google Shape;418;p32"/>
          <p:cNvSpPr txBox="1"/>
          <p:nvPr>
            <p:ph type="title"/>
          </p:nvPr>
        </p:nvSpPr>
        <p:spPr>
          <a:xfrm>
            <a:off x="177250" y="592300"/>
            <a:ext cx="4036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Syne"/>
              <a:buNone/>
              <a:defRPr b="1">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19" name="Google Shape;419;p32"/>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420" name="Google Shape;42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
        <p:nvSpPr>
          <p:cNvPr id="421" name="Google Shape;421;p32"/>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422" name="Google Shape;422;p32"/>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423" name="Google Shape;423;p32"/>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424" name="Google Shape;424;p32"/>
          <p:cNvSpPr/>
          <p:nvPr/>
        </p:nvSpPr>
        <p:spPr>
          <a:xfrm>
            <a:off x="319950" y="2293975"/>
            <a:ext cx="4193700" cy="2472000"/>
          </a:xfrm>
          <a:prstGeom prst="roundRect">
            <a:avLst>
              <a:gd fmla="val 2108"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5" name="Google Shape;425;p32"/>
          <p:cNvSpPr txBox="1"/>
          <p:nvPr>
            <p:ph idx="1" type="body"/>
          </p:nvPr>
        </p:nvSpPr>
        <p:spPr>
          <a:xfrm>
            <a:off x="479950" y="2438050"/>
            <a:ext cx="3864600" cy="2195100"/>
          </a:xfrm>
          <a:prstGeom prst="rect">
            <a:avLst/>
          </a:prstGeom>
        </p:spPr>
        <p:txBody>
          <a:bodyPr anchorCtr="0" anchor="t" bIns="91425" lIns="91425" spcFirstLastPara="1" rIns="91425" wrap="square" tIns="91425">
            <a:normAutofit/>
          </a:bodyPr>
          <a:lstStyle>
            <a:lvl1pPr indent="-285750" lvl="0" marL="457200">
              <a:spcBef>
                <a:spcPts val="0"/>
              </a:spcBef>
              <a:spcAft>
                <a:spcPts val="0"/>
              </a:spcAft>
              <a:buClr>
                <a:schemeClr val="lt1"/>
              </a:buClr>
              <a:buSzPts val="900"/>
              <a:buChar char="●"/>
              <a:defRPr sz="900">
                <a:solidFill>
                  <a:schemeClr val="lt1"/>
                </a:solidFill>
              </a:defRPr>
            </a:lvl1pPr>
            <a:lvl2pPr indent="-285750" lvl="1" marL="914400">
              <a:spcBef>
                <a:spcPts val="0"/>
              </a:spcBef>
              <a:spcAft>
                <a:spcPts val="0"/>
              </a:spcAft>
              <a:buClr>
                <a:schemeClr val="lt1"/>
              </a:buClr>
              <a:buSzPts val="900"/>
              <a:buChar char="○"/>
              <a:defRPr sz="900">
                <a:solidFill>
                  <a:schemeClr val="lt1"/>
                </a:solidFill>
              </a:defRPr>
            </a:lvl2pPr>
            <a:lvl3pPr indent="-285750" lvl="2" marL="1371600">
              <a:spcBef>
                <a:spcPts val="0"/>
              </a:spcBef>
              <a:spcAft>
                <a:spcPts val="0"/>
              </a:spcAft>
              <a:buClr>
                <a:schemeClr val="lt1"/>
              </a:buClr>
              <a:buSzPts val="900"/>
              <a:buChar char="■"/>
              <a:defRPr sz="900">
                <a:solidFill>
                  <a:schemeClr val="lt1"/>
                </a:solidFill>
              </a:defRPr>
            </a:lvl3pPr>
            <a:lvl4pPr indent="-285750" lvl="3" marL="1828800">
              <a:spcBef>
                <a:spcPts val="0"/>
              </a:spcBef>
              <a:spcAft>
                <a:spcPts val="0"/>
              </a:spcAft>
              <a:buClr>
                <a:schemeClr val="lt1"/>
              </a:buClr>
              <a:buSzPts val="900"/>
              <a:buChar char="●"/>
              <a:defRPr sz="900">
                <a:solidFill>
                  <a:schemeClr val="lt1"/>
                </a:solidFill>
              </a:defRPr>
            </a:lvl4pPr>
            <a:lvl5pPr indent="-285750" lvl="4" marL="2286000">
              <a:spcBef>
                <a:spcPts val="0"/>
              </a:spcBef>
              <a:spcAft>
                <a:spcPts val="0"/>
              </a:spcAft>
              <a:buClr>
                <a:schemeClr val="lt1"/>
              </a:buClr>
              <a:buSzPts val="900"/>
              <a:buChar char="○"/>
              <a:defRPr sz="900">
                <a:solidFill>
                  <a:schemeClr val="lt1"/>
                </a:solidFill>
              </a:defRPr>
            </a:lvl5pPr>
            <a:lvl6pPr indent="-285750" lvl="5" marL="2743200">
              <a:spcBef>
                <a:spcPts val="0"/>
              </a:spcBef>
              <a:spcAft>
                <a:spcPts val="0"/>
              </a:spcAft>
              <a:buClr>
                <a:schemeClr val="lt1"/>
              </a:buClr>
              <a:buSzPts val="900"/>
              <a:buChar char="■"/>
              <a:defRPr sz="900">
                <a:solidFill>
                  <a:schemeClr val="lt1"/>
                </a:solidFill>
              </a:defRPr>
            </a:lvl6pPr>
            <a:lvl7pPr indent="-285750" lvl="6" marL="3200400">
              <a:spcBef>
                <a:spcPts val="0"/>
              </a:spcBef>
              <a:spcAft>
                <a:spcPts val="0"/>
              </a:spcAft>
              <a:buClr>
                <a:schemeClr val="lt1"/>
              </a:buClr>
              <a:buSzPts val="900"/>
              <a:buChar char="●"/>
              <a:defRPr sz="900">
                <a:solidFill>
                  <a:schemeClr val="lt1"/>
                </a:solidFill>
              </a:defRPr>
            </a:lvl7pPr>
            <a:lvl8pPr indent="-285750" lvl="7" marL="3657600">
              <a:spcBef>
                <a:spcPts val="0"/>
              </a:spcBef>
              <a:spcAft>
                <a:spcPts val="0"/>
              </a:spcAft>
              <a:buClr>
                <a:schemeClr val="lt1"/>
              </a:buClr>
              <a:buSzPts val="900"/>
              <a:buChar char="○"/>
              <a:defRPr sz="900">
                <a:solidFill>
                  <a:schemeClr val="lt1"/>
                </a:solidFill>
              </a:defRPr>
            </a:lvl8pPr>
            <a:lvl9pPr indent="-285750" lvl="8" marL="4114800">
              <a:spcBef>
                <a:spcPts val="0"/>
              </a:spcBef>
              <a:spcAft>
                <a:spcPts val="0"/>
              </a:spcAft>
              <a:buClr>
                <a:schemeClr val="lt1"/>
              </a:buClr>
              <a:buSzPts val="900"/>
              <a:buChar char="■"/>
              <a:defRPr sz="900">
                <a:solidFill>
                  <a:schemeClr val="lt1"/>
                </a:solidFill>
              </a:defRPr>
            </a:lvl9pPr>
          </a:lstStyle>
          <a:p/>
        </p:txBody>
      </p:sp>
      <p:sp>
        <p:nvSpPr>
          <p:cNvPr id="426" name="Google Shape;426;p32"/>
          <p:cNvSpPr/>
          <p:nvPr/>
        </p:nvSpPr>
        <p:spPr>
          <a:xfrm>
            <a:off x="4638572" y="2293975"/>
            <a:ext cx="4193700" cy="2472000"/>
          </a:xfrm>
          <a:prstGeom prst="roundRect">
            <a:avLst>
              <a:gd fmla="val 2108"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427" name="Google Shape;427;p32"/>
          <p:cNvSpPr txBox="1"/>
          <p:nvPr>
            <p:ph idx="2" type="body"/>
          </p:nvPr>
        </p:nvSpPr>
        <p:spPr>
          <a:xfrm>
            <a:off x="4809700" y="2438050"/>
            <a:ext cx="3864600" cy="2195100"/>
          </a:xfrm>
          <a:prstGeom prst="rect">
            <a:avLst/>
          </a:prstGeom>
        </p:spPr>
        <p:txBody>
          <a:bodyPr anchorCtr="0" anchor="t" bIns="91425" lIns="91425" spcFirstLastPara="1" rIns="91425" wrap="square" tIns="91425">
            <a:normAutofit/>
          </a:bodyPr>
          <a:lstStyle>
            <a:lvl1pPr indent="-285750" lvl="0" marL="457200" rtl="0">
              <a:spcBef>
                <a:spcPts val="0"/>
              </a:spcBef>
              <a:spcAft>
                <a:spcPts val="0"/>
              </a:spcAft>
              <a:buClr>
                <a:schemeClr val="lt1"/>
              </a:buClr>
              <a:buSzPts val="900"/>
              <a:buChar char="●"/>
              <a:defRPr sz="900">
                <a:solidFill>
                  <a:schemeClr val="lt1"/>
                </a:solidFill>
              </a:defRPr>
            </a:lvl1pPr>
            <a:lvl2pPr indent="-285750" lvl="1" marL="914400" rtl="0">
              <a:spcBef>
                <a:spcPts val="0"/>
              </a:spcBef>
              <a:spcAft>
                <a:spcPts val="0"/>
              </a:spcAft>
              <a:buClr>
                <a:schemeClr val="lt1"/>
              </a:buClr>
              <a:buSzPts val="900"/>
              <a:buChar char="○"/>
              <a:defRPr sz="900">
                <a:solidFill>
                  <a:schemeClr val="lt1"/>
                </a:solidFill>
              </a:defRPr>
            </a:lvl2pPr>
            <a:lvl3pPr indent="-285750" lvl="2" marL="1371600" rtl="0">
              <a:spcBef>
                <a:spcPts val="0"/>
              </a:spcBef>
              <a:spcAft>
                <a:spcPts val="0"/>
              </a:spcAft>
              <a:buClr>
                <a:schemeClr val="lt1"/>
              </a:buClr>
              <a:buSzPts val="900"/>
              <a:buChar char="■"/>
              <a:defRPr sz="900">
                <a:solidFill>
                  <a:schemeClr val="lt1"/>
                </a:solidFill>
              </a:defRPr>
            </a:lvl3pPr>
            <a:lvl4pPr indent="-285750" lvl="3" marL="1828800" rtl="0">
              <a:spcBef>
                <a:spcPts val="0"/>
              </a:spcBef>
              <a:spcAft>
                <a:spcPts val="0"/>
              </a:spcAft>
              <a:buClr>
                <a:schemeClr val="lt1"/>
              </a:buClr>
              <a:buSzPts val="900"/>
              <a:buChar char="●"/>
              <a:defRPr sz="900">
                <a:solidFill>
                  <a:schemeClr val="lt1"/>
                </a:solidFill>
              </a:defRPr>
            </a:lvl4pPr>
            <a:lvl5pPr indent="-285750" lvl="4" marL="2286000" rtl="0">
              <a:spcBef>
                <a:spcPts val="0"/>
              </a:spcBef>
              <a:spcAft>
                <a:spcPts val="0"/>
              </a:spcAft>
              <a:buClr>
                <a:schemeClr val="lt1"/>
              </a:buClr>
              <a:buSzPts val="900"/>
              <a:buChar char="○"/>
              <a:defRPr sz="900">
                <a:solidFill>
                  <a:schemeClr val="lt1"/>
                </a:solidFill>
              </a:defRPr>
            </a:lvl5pPr>
            <a:lvl6pPr indent="-285750" lvl="5" marL="2743200" rtl="0">
              <a:spcBef>
                <a:spcPts val="0"/>
              </a:spcBef>
              <a:spcAft>
                <a:spcPts val="0"/>
              </a:spcAft>
              <a:buClr>
                <a:schemeClr val="lt1"/>
              </a:buClr>
              <a:buSzPts val="900"/>
              <a:buChar char="■"/>
              <a:defRPr sz="900">
                <a:solidFill>
                  <a:schemeClr val="lt1"/>
                </a:solidFill>
              </a:defRPr>
            </a:lvl6pPr>
            <a:lvl7pPr indent="-285750" lvl="6" marL="3200400" rtl="0">
              <a:spcBef>
                <a:spcPts val="0"/>
              </a:spcBef>
              <a:spcAft>
                <a:spcPts val="0"/>
              </a:spcAft>
              <a:buClr>
                <a:schemeClr val="lt1"/>
              </a:buClr>
              <a:buSzPts val="900"/>
              <a:buChar char="●"/>
              <a:defRPr sz="900">
                <a:solidFill>
                  <a:schemeClr val="lt1"/>
                </a:solidFill>
              </a:defRPr>
            </a:lvl7pPr>
            <a:lvl8pPr indent="-285750" lvl="7" marL="3657600" rtl="0">
              <a:spcBef>
                <a:spcPts val="0"/>
              </a:spcBef>
              <a:spcAft>
                <a:spcPts val="0"/>
              </a:spcAft>
              <a:buClr>
                <a:schemeClr val="lt1"/>
              </a:buClr>
              <a:buSzPts val="900"/>
              <a:buChar char="○"/>
              <a:defRPr sz="900">
                <a:solidFill>
                  <a:schemeClr val="lt1"/>
                </a:solidFill>
              </a:defRPr>
            </a:lvl8pPr>
            <a:lvl9pPr indent="-285750" lvl="8" marL="4114800" rtl="0">
              <a:spcBef>
                <a:spcPts val="0"/>
              </a:spcBef>
              <a:spcAft>
                <a:spcPts val="0"/>
              </a:spcAft>
              <a:buClr>
                <a:schemeClr val="lt1"/>
              </a:buClr>
              <a:buSzPts val="900"/>
              <a:buChar char="■"/>
              <a:defRPr sz="900">
                <a:solidFill>
                  <a:schemeClr val="lt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28" name="Shape 428"/>
        <p:cNvGrpSpPr/>
        <p:nvPr/>
      </p:nvGrpSpPr>
      <p:grpSpPr>
        <a:xfrm>
          <a:off x="0" y="0"/>
          <a:ext cx="0" cy="0"/>
          <a:chOff x="0" y="0"/>
          <a:chExt cx="0" cy="0"/>
        </a:xfrm>
      </p:grpSpPr>
      <p:sp>
        <p:nvSpPr>
          <p:cNvPr id="429" name="Google Shape;429;p33"/>
          <p:cNvSpPr txBox="1"/>
          <p:nvPr>
            <p:ph type="title"/>
          </p:nvPr>
        </p:nvSpPr>
        <p:spPr>
          <a:xfrm>
            <a:off x="311700" y="2180350"/>
            <a:ext cx="59574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Syne"/>
              <a:buNone/>
              <a:defRPr b="1">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0" name="Google Shape;43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431" name="Google Shape;431;p33"/>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432" name="Google Shape;432;p33"/>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433" name="Google Shape;433;p33"/>
          <p:cNvPicPr preferRelativeResize="0"/>
          <p:nvPr/>
        </p:nvPicPr>
        <p:blipFill>
          <a:blip r:embed="rId2">
            <a:alphaModFix/>
          </a:blip>
          <a:stretch>
            <a:fillRect/>
          </a:stretch>
        </p:blipFill>
        <p:spPr>
          <a:xfrm>
            <a:off x="384938" y="305013"/>
            <a:ext cx="207525" cy="20752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4" name="Shape 434"/>
        <p:cNvGrpSpPr/>
        <p:nvPr/>
      </p:nvGrpSpPr>
      <p:grpSpPr>
        <a:xfrm>
          <a:off x="0" y="0"/>
          <a:ext cx="0" cy="0"/>
          <a:chOff x="0" y="0"/>
          <a:chExt cx="0" cy="0"/>
        </a:xfrm>
      </p:grpSpPr>
      <p:sp>
        <p:nvSpPr>
          <p:cNvPr id="435" name="Google Shape;435;p34"/>
          <p:cNvSpPr txBox="1"/>
          <p:nvPr>
            <p:ph type="title"/>
          </p:nvPr>
        </p:nvSpPr>
        <p:spPr>
          <a:xfrm>
            <a:off x="138075" y="667875"/>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Font typeface="Syne"/>
              <a:buNone/>
              <a:defRPr b="1" sz="6000">
                <a:latin typeface="Syne"/>
                <a:ea typeface="Syne"/>
                <a:cs typeface="Syne"/>
                <a:sym typeface="Syne"/>
              </a:defRPr>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36" name="Google Shape;436;p34"/>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pic>
        <p:nvPicPr>
          <p:cNvPr id="437" name="Google Shape;437;p34"/>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438" name="Google Shape;438;p34"/>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439" name="Google Shape;439;p34"/>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440" name="Google Shape;44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e - Grand titre">
  <p:cSld name="SECTION_HEADER_2_1_1_1_2">
    <p:bg>
      <p:bgPr>
        <a:solidFill>
          <a:srgbClr val="EFEFEF"/>
        </a:solidFill>
      </p:bgPr>
    </p:bg>
    <p:spTree>
      <p:nvGrpSpPr>
        <p:cNvPr id="441" name="Shape 441"/>
        <p:cNvGrpSpPr/>
        <p:nvPr/>
      </p:nvGrpSpPr>
      <p:grpSpPr>
        <a:xfrm>
          <a:off x="0" y="0"/>
          <a:ext cx="0" cy="0"/>
          <a:chOff x="0" y="0"/>
          <a:chExt cx="0" cy="0"/>
        </a:xfrm>
      </p:grpSpPr>
      <p:sp>
        <p:nvSpPr>
          <p:cNvPr id="442" name="Google Shape;442;p35"/>
          <p:cNvSpPr txBox="1"/>
          <p:nvPr>
            <p:ph type="title"/>
          </p:nvPr>
        </p:nvSpPr>
        <p:spPr>
          <a:xfrm>
            <a:off x="270900" y="1650275"/>
            <a:ext cx="4837200" cy="955800"/>
          </a:xfrm>
          <a:prstGeom prst="rect">
            <a:avLst/>
          </a:prstGeom>
        </p:spPr>
        <p:txBody>
          <a:bodyPr anchorCtr="0" anchor="ctr" bIns="91425" lIns="0" spcFirstLastPara="1" rIns="91425" wrap="square" tIns="91425">
            <a:noAutofit/>
          </a:bodyPr>
          <a:lstStyle>
            <a:lvl1pPr lvl="0">
              <a:spcBef>
                <a:spcPts val="0"/>
              </a:spcBef>
              <a:spcAft>
                <a:spcPts val="0"/>
              </a:spcAft>
              <a:buSzPts val="2800"/>
              <a:buFont typeface="Syne"/>
              <a:buNone/>
              <a:defRPr b="1">
                <a:latin typeface="Syne"/>
                <a:ea typeface="Syne"/>
                <a:cs typeface="Syne"/>
                <a:sym typeface="Sy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43" name="Google Shape;443;p35"/>
          <p:cNvPicPr preferRelativeResize="0"/>
          <p:nvPr/>
        </p:nvPicPr>
        <p:blipFill>
          <a:blip r:embed="rId2">
            <a:alphaModFix/>
          </a:blip>
          <a:stretch>
            <a:fillRect/>
          </a:stretch>
        </p:blipFill>
        <p:spPr>
          <a:xfrm>
            <a:off x="8210500" y="356375"/>
            <a:ext cx="621801" cy="104800"/>
          </a:xfrm>
          <a:prstGeom prst="rect">
            <a:avLst/>
          </a:prstGeom>
          <a:noFill/>
          <a:ln>
            <a:noFill/>
          </a:ln>
        </p:spPr>
      </p:pic>
      <p:sp>
        <p:nvSpPr>
          <p:cNvPr id="444" name="Google Shape;444;p35"/>
          <p:cNvSpPr/>
          <p:nvPr/>
        </p:nvSpPr>
        <p:spPr>
          <a:xfrm>
            <a:off x="774225" y="270775"/>
            <a:ext cx="1460400" cy="276000"/>
          </a:xfrm>
          <a:prstGeom prst="roundRect">
            <a:avLst>
              <a:gd fmla="val 16667" name="adj"/>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rgbClr val="F3F3F3"/>
              </a:solidFill>
              <a:latin typeface="Inter Medium"/>
              <a:ea typeface="Inter Medium"/>
              <a:cs typeface="Inter Medium"/>
              <a:sym typeface="Inter Medium"/>
            </a:endParaRPr>
          </a:p>
        </p:txBody>
      </p:sp>
      <p:sp>
        <p:nvSpPr>
          <p:cNvPr id="445" name="Google Shape;445;p35"/>
          <p:cNvSpPr txBox="1"/>
          <p:nvPr>
            <p:ph idx="1" type="subTitle"/>
          </p:nvPr>
        </p:nvSpPr>
        <p:spPr>
          <a:xfrm>
            <a:off x="270900" y="823250"/>
            <a:ext cx="2898000" cy="661500"/>
          </a:xfrm>
          <a:prstGeom prst="rect">
            <a:avLst/>
          </a:prstGeom>
        </p:spPr>
        <p:txBody>
          <a:bodyPr anchorCtr="0" anchor="ctr" bIns="91425" lIns="0" spcFirstLastPara="1" rIns="91425" wrap="square" tIns="91425">
            <a:noAutofit/>
          </a:bodyPr>
          <a:lstStyle>
            <a:lvl1pPr lvl="0">
              <a:spcBef>
                <a:spcPts val="0"/>
              </a:spcBef>
              <a:spcAft>
                <a:spcPts val="0"/>
              </a:spcAft>
              <a:buSzPts val="1300"/>
              <a:buNone/>
              <a:defRPr b="1" sz="1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6" name="Google Shape;446;p35"/>
          <p:cNvSpPr txBox="1"/>
          <p:nvPr>
            <p:ph idx="2" type="body"/>
          </p:nvPr>
        </p:nvSpPr>
        <p:spPr>
          <a:xfrm>
            <a:off x="271153" y="2771600"/>
            <a:ext cx="4836600" cy="2256600"/>
          </a:xfrm>
          <a:prstGeom prst="rect">
            <a:avLst/>
          </a:prstGeom>
        </p:spPr>
        <p:txBody>
          <a:bodyPr anchorCtr="0" anchor="t" bIns="91425" lIns="0" spcFirstLastPara="1" rIns="91425" wrap="square" tIns="91425">
            <a:noAutofit/>
          </a:bodyPr>
          <a:lstStyle>
            <a:lvl1pPr indent="-298450" lvl="0" marL="457200">
              <a:spcBef>
                <a:spcPts val="0"/>
              </a:spcBef>
              <a:spcAft>
                <a:spcPts val="0"/>
              </a:spcAft>
              <a:buSzPts val="1100"/>
              <a:buFont typeface="Inter Medium"/>
              <a:buChar char="●"/>
              <a:defRPr sz="1100">
                <a:latin typeface="Inter Medium"/>
                <a:ea typeface="Inter Medium"/>
                <a:cs typeface="Inter Medium"/>
                <a:sym typeface="Inter Medium"/>
              </a:defRPr>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447" name="Google Shape;447;p35"/>
          <p:cNvSpPr/>
          <p:nvPr/>
        </p:nvSpPr>
        <p:spPr>
          <a:xfrm>
            <a:off x="270900" y="270775"/>
            <a:ext cx="435600" cy="276000"/>
          </a:xfrm>
          <a:prstGeom prst="roundRect">
            <a:avLst>
              <a:gd fmla="val 16667" name="adj"/>
            </a:avLst>
          </a:prstGeom>
          <a:solidFill>
            <a:srgbClr val="75F0F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100">
              <a:solidFill>
                <a:schemeClr val="lt1"/>
              </a:solidFill>
              <a:latin typeface="Inter"/>
              <a:ea typeface="Inter"/>
              <a:cs typeface="Inter"/>
              <a:sym typeface="Inter"/>
            </a:endParaRPr>
          </a:p>
        </p:txBody>
      </p:sp>
      <p:pic>
        <p:nvPicPr>
          <p:cNvPr id="448" name="Google Shape;448;p35"/>
          <p:cNvPicPr preferRelativeResize="0"/>
          <p:nvPr/>
        </p:nvPicPr>
        <p:blipFill>
          <a:blip r:embed="rId3">
            <a:alphaModFix/>
          </a:blip>
          <a:stretch>
            <a:fillRect/>
          </a:stretch>
        </p:blipFill>
        <p:spPr>
          <a:xfrm>
            <a:off x="384938" y="305013"/>
            <a:ext cx="207525" cy="207525"/>
          </a:xfrm>
          <a:prstGeom prst="rect">
            <a:avLst/>
          </a:prstGeom>
          <a:noFill/>
          <a:ln>
            <a:noFill/>
          </a:ln>
        </p:spPr>
      </p:pic>
      <p:sp>
        <p:nvSpPr>
          <p:cNvPr id="449" name="Google Shape;44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sz="800">
                <a:solidFill>
                  <a:schemeClr val="dk1"/>
                </a:solidFill>
                <a:latin typeface="Inter"/>
                <a:ea typeface="Inter"/>
                <a:cs typeface="Inter"/>
                <a:sym typeface="Inter"/>
              </a:defRPr>
            </a:lvl1pPr>
            <a:lvl2pPr lvl="1">
              <a:buNone/>
              <a:defRPr sz="800">
                <a:solidFill>
                  <a:schemeClr val="dk1"/>
                </a:solidFill>
                <a:latin typeface="Inter"/>
                <a:ea typeface="Inter"/>
                <a:cs typeface="Inter"/>
                <a:sym typeface="Inter"/>
              </a:defRPr>
            </a:lvl2pPr>
            <a:lvl3pPr lvl="2">
              <a:buNone/>
              <a:defRPr sz="800">
                <a:solidFill>
                  <a:schemeClr val="dk1"/>
                </a:solidFill>
                <a:latin typeface="Inter"/>
                <a:ea typeface="Inter"/>
                <a:cs typeface="Inter"/>
                <a:sym typeface="Inter"/>
              </a:defRPr>
            </a:lvl3pPr>
            <a:lvl4pPr lvl="3">
              <a:buNone/>
              <a:defRPr sz="800">
                <a:solidFill>
                  <a:schemeClr val="dk1"/>
                </a:solidFill>
                <a:latin typeface="Inter"/>
                <a:ea typeface="Inter"/>
                <a:cs typeface="Inter"/>
                <a:sym typeface="Inter"/>
              </a:defRPr>
            </a:lvl4pPr>
            <a:lvl5pPr lvl="4">
              <a:buNone/>
              <a:defRPr sz="800">
                <a:solidFill>
                  <a:schemeClr val="dk1"/>
                </a:solidFill>
                <a:latin typeface="Inter"/>
                <a:ea typeface="Inter"/>
                <a:cs typeface="Inter"/>
                <a:sym typeface="Inter"/>
              </a:defRPr>
            </a:lvl5pPr>
            <a:lvl6pPr lvl="5">
              <a:buNone/>
              <a:defRPr sz="800">
                <a:solidFill>
                  <a:schemeClr val="dk1"/>
                </a:solidFill>
                <a:latin typeface="Inter"/>
                <a:ea typeface="Inter"/>
                <a:cs typeface="Inter"/>
                <a:sym typeface="Inter"/>
              </a:defRPr>
            </a:lvl6pPr>
            <a:lvl7pPr lvl="6">
              <a:buNone/>
              <a:defRPr sz="800">
                <a:solidFill>
                  <a:schemeClr val="dk1"/>
                </a:solidFill>
                <a:latin typeface="Inter"/>
                <a:ea typeface="Inter"/>
                <a:cs typeface="Inter"/>
                <a:sym typeface="Inter"/>
              </a:defRPr>
            </a:lvl7pPr>
            <a:lvl8pPr lvl="7">
              <a:buNone/>
              <a:defRPr sz="800">
                <a:solidFill>
                  <a:schemeClr val="dk1"/>
                </a:solidFill>
                <a:latin typeface="Inter"/>
                <a:ea typeface="Inter"/>
                <a:cs typeface="Inter"/>
                <a:sym typeface="Inter"/>
              </a:defRPr>
            </a:lvl8pPr>
            <a:lvl9pPr lvl="8">
              <a:buNone/>
              <a:defRPr sz="800">
                <a:solidFill>
                  <a:schemeClr val="dk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theme" Target="../theme/theme1.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Syne ExtraBold"/>
              <a:buNone/>
              <a:defRPr sz="2800">
                <a:solidFill>
                  <a:schemeClr val="dk1"/>
                </a:solidFill>
                <a:latin typeface="Syne ExtraBold"/>
                <a:ea typeface="Syne ExtraBold"/>
                <a:cs typeface="Syne ExtraBold"/>
                <a:sym typeface="Syne Extra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SzPts val="1800"/>
              <a:buFont typeface="Inter"/>
              <a:buChar char="●"/>
              <a:defRPr sz="1800">
                <a:latin typeface="Inter"/>
                <a:ea typeface="Inter"/>
                <a:cs typeface="Inter"/>
                <a:sym typeface="Inter"/>
              </a:defRPr>
            </a:lvl1pPr>
            <a:lvl2pPr indent="-317500" lvl="1" marL="914400">
              <a:lnSpc>
                <a:spcPct val="115000"/>
              </a:lnSpc>
              <a:spcBef>
                <a:spcPts val="0"/>
              </a:spcBef>
              <a:spcAft>
                <a:spcPts val="0"/>
              </a:spcAft>
              <a:buSzPts val="1400"/>
              <a:buFont typeface="Inter"/>
              <a:buChar char="○"/>
              <a:defRPr>
                <a:latin typeface="Inter"/>
                <a:ea typeface="Inter"/>
                <a:cs typeface="Inter"/>
                <a:sym typeface="Inter"/>
              </a:defRPr>
            </a:lvl2pPr>
            <a:lvl3pPr indent="-317500" lvl="2" marL="1371600">
              <a:lnSpc>
                <a:spcPct val="115000"/>
              </a:lnSpc>
              <a:spcBef>
                <a:spcPts val="0"/>
              </a:spcBef>
              <a:spcAft>
                <a:spcPts val="0"/>
              </a:spcAft>
              <a:buSzPts val="1400"/>
              <a:buFont typeface="Inter"/>
              <a:buChar char="■"/>
              <a:defRPr>
                <a:latin typeface="Inter"/>
                <a:ea typeface="Inter"/>
                <a:cs typeface="Inter"/>
                <a:sym typeface="Inter"/>
              </a:defRPr>
            </a:lvl3pPr>
            <a:lvl4pPr indent="-317500" lvl="3" marL="1828800">
              <a:lnSpc>
                <a:spcPct val="115000"/>
              </a:lnSpc>
              <a:spcBef>
                <a:spcPts val="0"/>
              </a:spcBef>
              <a:spcAft>
                <a:spcPts val="0"/>
              </a:spcAft>
              <a:buSzPts val="1400"/>
              <a:buFont typeface="Inter"/>
              <a:buChar char="●"/>
              <a:defRPr>
                <a:latin typeface="Inter"/>
                <a:ea typeface="Inter"/>
                <a:cs typeface="Inter"/>
                <a:sym typeface="Inter"/>
              </a:defRPr>
            </a:lvl4pPr>
            <a:lvl5pPr indent="-317500" lvl="4" marL="2286000">
              <a:lnSpc>
                <a:spcPct val="115000"/>
              </a:lnSpc>
              <a:spcBef>
                <a:spcPts val="0"/>
              </a:spcBef>
              <a:spcAft>
                <a:spcPts val="0"/>
              </a:spcAft>
              <a:buSzPts val="1400"/>
              <a:buFont typeface="Inter"/>
              <a:buChar char="○"/>
              <a:defRPr>
                <a:latin typeface="Inter"/>
                <a:ea typeface="Inter"/>
                <a:cs typeface="Inter"/>
                <a:sym typeface="Inter"/>
              </a:defRPr>
            </a:lvl5pPr>
            <a:lvl6pPr indent="-317500" lvl="5" marL="2743200">
              <a:lnSpc>
                <a:spcPct val="115000"/>
              </a:lnSpc>
              <a:spcBef>
                <a:spcPts val="0"/>
              </a:spcBef>
              <a:spcAft>
                <a:spcPts val="0"/>
              </a:spcAft>
              <a:buSzPts val="1400"/>
              <a:buFont typeface="Inter"/>
              <a:buChar char="■"/>
              <a:defRPr>
                <a:latin typeface="Inter"/>
                <a:ea typeface="Inter"/>
                <a:cs typeface="Inter"/>
                <a:sym typeface="Inter"/>
              </a:defRPr>
            </a:lvl6pPr>
            <a:lvl7pPr indent="-317500" lvl="6" marL="3200400">
              <a:lnSpc>
                <a:spcPct val="115000"/>
              </a:lnSpc>
              <a:spcBef>
                <a:spcPts val="0"/>
              </a:spcBef>
              <a:spcAft>
                <a:spcPts val="0"/>
              </a:spcAft>
              <a:buSzPts val="1400"/>
              <a:buFont typeface="Inter"/>
              <a:buChar char="●"/>
              <a:defRPr>
                <a:latin typeface="Inter"/>
                <a:ea typeface="Inter"/>
                <a:cs typeface="Inter"/>
                <a:sym typeface="Inter"/>
              </a:defRPr>
            </a:lvl7pPr>
            <a:lvl8pPr indent="-317500" lvl="7" marL="3657600">
              <a:lnSpc>
                <a:spcPct val="115000"/>
              </a:lnSpc>
              <a:spcBef>
                <a:spcPts val="0"/>
              </a:spcBef>
              <a:spcAft>
                <a:spcPts val="0"/>
              </a:spcAft>
              <a:buSzPts val="1400"/>
              <a:buFont typeface="Inter"/>
              <a:buChar char="○"/>
              <a:defRPr>
                <a:latin typeface="Inter"/>
                <a:ea typeface="Inter"/>
                <a:cs typeface="Inter"/>
                <a:sym typeface="Inter"/>
              </a:defRPr>
            </a:lvl8pPr>
            <a:lvl9pPr indent="-317500" lvl="8" marL="4114800">
              <a:lnSpc>
                <a:spcPct val="115000"/>
              </a:lnSpc>
              <a:spcBef>
                <a:spcPts val="0"/>
              </a:spcBef>
              <a:spcAft>
                <a:spcPts val="0"/>
              </a:spcAft>
              <a:buSzPts val="1400"/>
              <a:buFont typeface="Inter"/>
              <a:buChar char="■"/>
              <a:defRPr>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yne ExtraBold"/>
                <a:ea typeface="Syne ExtraBold"/>
                <a:cs typeface="Syne ExtraBold"/>
                <a:sym typeface="Syne ExtraBold"/>
              </a:defRPr>
            </a:lvl1pPr>
            <a:lvl2pPr lvl="1" algn="r">
              <a:buNone/>
              <a:defRPr sz="1000">
                <a:solidFill>
                  <a:schemeClr val="dk2"/>
                </a:solidFill>
                <a:latin typeface="Syne ExtraBold"/>
                <a:ea typeface="Syne ExtraBold"/>
                <a:cs typeface="Syne ExtraBold"/>
                <a:sym typeface="Syne ExtraBold"/>
              </a:defRPr>
            </a:lvl2pPr>
            <a:lvl3pPr lvl="2" algn="r">
              <a:buNone/>
              <a:defRPr sz="1000">
                <a:solidFill>
                  <a:schemeClr val="dk2"/>
                </a:solidFill>
                <a:latin typeface="Syne ExtraBold"/>
                <a:ea typeface="Syne ExtraBold"/>
                <a:cs typeface="Syne ExtraBold"/>
                <a:sym typeface="Syne ExtraBold"/>
              </a:defRPr>
            </a:lvl3pPr>
            <a:lvl4pPr lvl="3" algn="r">
              <a:buNone/>
              <a:defRPr sz="1000">
                <a:solidFill>
                  <a:schemeClr val="dk2"/>
                </a:solidFill>
                <a:latin typeface="Syne ExtraBold"/>
                <a:ea typeface="Syne ExtraBold"/>
                <a:cs typeface="Syne ExtraBold"/>
                <a:sym typeface="Syne ExtraBold"/>
              </a:defRPr>
            </a:lvl4pPr>
            <a:lvl5pPr lvl="4" algn="r">
              <a:buNone/>
              <a:defRPr sz="1000">
                <a:solidFill>
                  <a:schemeClr val="dk2"/>
                </a:solidFill>
                <a:latin typeface="Syne ExtraBold"/>
                <a:ea typeface="Syne ExtraBold"/>
                <a:cs typeface="Syne ExtraBold"/>
                <a:sym typeface="Syne ExtraBold"/>
              </a:defRPr>
            </a:lvl5pPr>
            <a:lvl6pPr lvl="5" algn="r">
              <a:buNone/>
              <a:defRPr sz="1000">
                <a:solidFill>
                  <a:schemeClr val="dk2"/>
                </a:solidFill>
                <a:latin typeface="Syne ExtraBold"/>
                <a:ea typeface="Syne ExtraBold"/>
                <a:cs typeface="Syne ExtraBold"/>
                <a:sym typeface="Syne ExtraBold"/>
              </a:defRPr>
            </a:lvl6pPr>
            <a:lvl7pPr lvl="6" algn="r">
              <a:buNone/>
              <a:defRPr sz="1000">
                <a:solidFill>
                  <a:schemeClr val="dk2"/>
                </a:solidFill>
                <a:latin typeface="Syne ExtraBold"/>
                <a:ea typeface="Syne ExtraBold"/>
                <a:cs typeface="Syne ExtraBold"/>
                <a:sym typeface="Syne ExtraBold"/>
              </a:defRPr>
            </a:lvl7pPr>
            <a:lvl8pPr lvl="7" algn="r">
              <a:buNone/>
              <a:defRPr sz="1000">
                <a:solidFill>
                  <a:schemeClr val="dk2"/>
                </a:solidFill>
                <a:latin typeface="Syne ExtraBold"/>
                <a:ea typeface="Syne ExtraBold"/>
                <a:cs typeface="Syne ExtraBold"/>
                <a:sym typeface="Syne ExtraBold"/>
              </a:defRPr>
            </a:lvl8pPr>
            <a:lvl9pPr lvl="8" algn="r">
              <a:buNone/>
              <a:defRPr sz="1000">
                <a:solidFill>
                  <a:schemeClr val="dk2"/>
                </a:solidFill>
                <a:latin typeface="Syne ExtraBold"/>
                <a:ea typeface="Syne ExtraBold"/>
                <a:cs typeface="Syne ExtraBold"/>
                <a:sym typeface="Syne ExtraBold"/>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hyperlink" Target="https://docs.google.com/spreadsheets/d/1Pfh79tOPP4AbVWA8P7ZVfaK0F34y60P7lxbF2CjB1z8/edit?usp=sharing" TargetMode="External"/><Relationship Id="rId4" Type="http://schemas.openxmlformats.org/officeDocument/2006/relationships/slide" Target="/ppt/slides/slide1.xml"/><Relationship Id="rId5" Type="http://schemas.openxmlformats.org/officeDocument/2006/relationships/hyperlink" Target="https://docs.google.com/spreadsheets/d/1Pfh79tOPP4AbVWA8P7ZVfaK0F34y60P7lxbF2CjB1z8/edit?usp=sharing" TargetMode="External"/><Relationship Id="rId6" Type="http://schemas.openxmlformats.org/officeDocument/2006/relationships/hyperlink" Target="https://lucid.app/lucidchart/c9573116-d66a-4930-8252-5a94e8f3e1ce/edit?invitationId=inv_992b19e4-600e-4cfc-82fb-3ff22027946b&amp;page=0_0#" TargetMode="External"/><Relationship Id="rId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 Id="rId3" Type="http://schemas.openxmlformats.org/officeDocument/2006/relationships/hyperlink" Target="https://docs.google.com/spreadsheets/d/1hTn1wV4JhGcXPpHJPAat6bCeEZC0BEF-/edit?usp=sharing&amp;ouid=112479838445074978465&amp;rtpof=true&amp;sd=true" TargetMode="Externa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hyperlink" Target="https://docs.google.com/spreadsheets/d/1Pfh79tOPP4AbVWA8P7ZVfaK0F34y60P7lxbF2CjB1z8/edit?usp=shar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36"/>
          <p:cNvSpPr txBox="1"/>
          <p:nvPr>
            <p:ph type="ctrTitle"/>
          </p:nvPr>
        </p:nvSpPr>
        <p:spPr>
          <a:xfrm>
            <a:off x="311708" y="20970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Rapport final</a:t>
            </a:r>
            <a:endParaRPr/>
          </a:p>
        </p:txBody>
      </p:sp>
      <p:sp>
        <p:nvSpPr>
          <p:cNvPr id="455" name="Google Shape;455;p36"/>
          <p:cNvSpPr txBox="1"/>
          <p:nvPr>
            <p:ph idx="1" type="subTitle"/>
          </p:nvPr>
        </p:nvSpPr>
        <p:spPr>
          <a:xfrm>
            <a:off x="311700" y="40543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Cari Saint-Laurent</a:t>
            </a:r>
            <a:endParaRPr/>
          </a:p>
        </p:txBody>
      </p:sp>
      <p:sp>
        <p:nvSpPr>
          <p:cNvPr id="456" name="Google Shape;456;p36"/>
          <p:cNvSpPr txBox="1"/>
          <p:nvPr>
            <p:ph idx="2" type="subTitle"/>
          </p:nvPr>
        </p:nvSpPr>
        <p:spPr>
          <a:xfrm>
            <a:off x="1411350" y="286500"/>
            <a:ext cx="6321300" cy="276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fr"/>
              <a:t>Avril 2025</a:t>
            </a:r>
            <a:endParaRPr/>
          </a:p>
        </p:txBody>
      </p:sp>
      <p:sp>
        <p:nvSpPr>
          <p:cNvPr id="457" name="Google Shape;457;p36"/>
          <p:cNvSpPr txBox="1"/>
          <p:nvPr>
            <p:ph idx="1" type="subTitle"/>
          </p:nvPr>
        </p:nvSpPr>
        <p:spPr>
          <a:xfrm>
            <a:off x="157350" y="32617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P</a:t>
            </a:r>
            <a:r>
              <a:rPr lang="fr"/>
              <a:t>rojet d’analyse d’affaires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7"/>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fr" sz="900">
                <a:solidFill>
                  <a:schemeClr val="lt1"/>
                </a:solidFill>
                <a:latin typeface="Inter"/>
                <a:ea typeface="Inter"/>
                <a:cs typeface="Inter"/>
                <a:sym typeface="Inter"/>
              </a:rPr>
              <a:t>Table des matières</a:t>
            </a:r>
            <a:endParaRPr sz="900">
              <a:solidFill>
                <a:schemeClr val="lt1"/>
              </a:solidFill>
              <a:latin typeface="Inter"/>
              <a:ea typeface="Inter"/>
              <a:cs typeface="Inter"/>
              <a:sym typeface="Inter"/>
            </a:endParaRPr>
          </a:p>
        </p:txBody>
      </p:sp>
      <p:pic>
        <p:nvPicPr>
          <p:cNvPr id="463" name="Google Shape;463;p37"/>
          <p:cNvPicPr preferRelativeResize="0"/>
          <p:nvPr/>
        </p:nvPicPr>
        <p:blipFill rotWithShape="1">
          <a:blip r:embed="rId3">
            <a:alphaModFix/>
          </a:blip>
          <a:srcRect b="25137" l="6811" r="7181" t="23551"/>
          <a:stretch/>
        </p:blipFill>
        <p:spPr>
          <a:xfrm>
            <a:off x="453975" y="2658725"/>
            <a:ext cx="3372401" cy="2012001"/>
          </a:xfrm>
          <a:prstGeom prst="rect">
            <a:avLst/>
          </a:prstGeom>
          <a:noFill/>
          <a:ln>
            <a:noFill/>
          </a:ln>
        </p:spPr>
      </p:pic>
      <p:sp>
        <p:nvSpPr>
          <p:cNvPr id="464" name="Google Shape;464;p37"/>
          <p:cNvSpPr txBox="1"/>
          <p:nvPr>
            <p:ph idx="2" type="title"/>
          </p:nvPr>
        </p:nvSpPr>
        <p:spPr>
          <a:xfrm>
            <a:off x="4727325" y="478825"/>
            <a:ext cx="4383600" cy="3762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fr">
                <a:solidFill>
                  <a:srgbClr val="75F0FB"/>
                </a:solidFill>
              </a:rPr>
              <a:t>03</a:t>
            </a:r>
            <a:r>
              <a:rPr lang="fr"/>
              <a:t> Mandat</a:t>
            </a:r>
            <a:endParaRPr/>
          </a:p>
          <a:p>
            <a:pPr indent="0" lvl="0" marL="0" rtl="0" algn="l">
              <a:lnSpc>
                <a:spcPct val="115000"/>
              </a:lnSpc>
              <a:spcBef>
                <a:spcPts val="0"/>
              </a:spcBef>
              <a:spcAft>
                <a:spcPts val="0"/>
              </a:spcAft>
              <a:buNone/>
            </a:pPr>
            <a:r>
              <a:rPr lang="fr">
                <a:solidFill>
                  <a:srgbClr val="75F0FB"/>
                </a:solidFill>
              </a:rPr>
              <a:t>05</a:t>
            </a:r>
            <a:r>
              <a:rPr lang="fr"/>
              <a:t> Livrables</a:t>
            </a:r>
            <a:endParaRPr/>
          </a:p>
          <a:p>
            <a:pPr indent="0" lvl="0" marL="0" rtl="0" algn="l">
              <a:lnSpc>
                <a:spcPct val="115000"/>
              </a:lnSpc>
              <a:spcBef>
                <a:spcPts val="0"/>
              </a:spcBef>
              <a:spcAft>
                <a:spcPts val="0"/>
              </a:spcAft>
              <a:buNone/>
            </a:pPr>
            <a:r>
              <a:rPr lang="fr">
                <a:solidFill>
                  <a:srgbClr val="75F0FB"/>
                </a:solidFill>
              </a:rPr>
              <a:t>07</a:t>
            </a:r>
            <a:r>
              <a:rPr lang="fr"/>
              <a:t> Observations</a:t>
            </a:r>
            <a:endParaRPr/>
          </a:p>
          <a:p>
            <a:pPr indent="0" lvl="0" marL="0" rtl="0" algn="l">
              <a:lnSpc>
                <a:spcPct val="115000"/>
              </a:lnSpc>
              <a:spcBef>
                <a:spcPts val="0"/>
              </a:spcBef>
              <a:spcAft>
                <a:spcPts val="0"/>
              </a:spcAft>
              <a:buNone/>
            </a:pPr>
            <a:r>
              <a:rPr lang="fr">
                <a:solidFill>
                  <a:srgbClr val="75F0FB"/>
                </a:solidFill>
              </a:rPr>
              <a:t>13</a:t>
            </a:r>
            <a:r>
              <a:rPr lang="fr"/>
              <a:t> Recommandations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8"/>
          <p:cNvSpPr txBox="1"/>
          <p:nvPr>
            <p:ph idx="1" type="subTitle"/>
          </p:nvPr>
        </p:nvSpPr>
        <p:spPr>
          <a:xfrm>
            <a:off x="433675" y="824025"/>
            <a:ext cx="2560800" cy="2760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fr"/>
              <a:t>Cari Saint-Laurent</a:t>
            </a:r>
            <a:endParaRPr/>
          </a:p>
        </p:txBody>
      </p:sp>
      <p:sp>
        <p:nvSpPr>
          <p:cNvPr id="470" name="Google Shape;470;p38"/>
          <p:cNvSpPr txBox="1"/>
          <p:nvPr>
            <p:ph idx="2" type="body"/>
          </p:nvPr>
        </p:nvSpPr>
        <p:spPr>
          <a:xfrm>
            <a:off x="4638150" y="3697025"/>
            <a:ext cx="4120800" cy="2726100"/>
          </a:xfrm>
          <a:prstGeom prst="rect">
            <a:avLst/>
          </a:prstGeom>
        </p:spPr>
        <p:txBody>
          <a:bodyPr anchorCtr="0" anchor="t" bIns="91425" lIns="91425" spcFirstLastPara="1" rIns="91425" wrap="square" tIns="91425">
            <a:noAutofit/>
          </a:bodyPr>
          <a:lstStyle/>
          <a:p>
            <a:pPr indent="-279400" lvl="0" marL="457200" rtl="0" algn="l">
              <a:spcBef>
                <a:spcPts val="0"/>
              </a:spcBef>
              <a:spcAft>
                <a:spcPts val="0"/>
              </a:spcAft>
              <a:buSzPts val="800"/>
              <a:buAutoNum type="arabicPeriod"/>
            </a:pPr>
            <a:r>
              <a:rPr lang="fr" sz="800"/>
              <a:t>Rehausser l’expérience des usagers en élargissant et en fluidifiant l’accès aux services;</a:t>
            </a:r>
            <a:endParaRPr sz="800"/>
          </a:p>
          <a:p>
            <a:pPr indent="-279400" lvl="0" marL="457200" rtl="0" algn="l">
              <a:spcBef>
                <a:spcPts val="0"/>
              </a:spcBef>
              <a:spcAft>
                <a:spcPts val="0"/>
              </a:spcAft>
              <a:buSzPts val="800"/>
              <a:buAutoNum type="arabicPeriod"/>
            </a:pPr>
            <a:r>
              <a:rPr lang="fr" sz="800"/>
              <a:t>Accroître la portée de l’offre en offrant un plus grand nombre de services aux usagers déjà engagés. </a:t>
            </a:r>
            <a:endParaRPr sz="800"/>
          </a:p>
          <a:p>
            <a:pPr indent="-279400" lvl="0" marL="457200" rtl="0" algn="l">
              <a:spcBef>
                <a:spcPts val="0"/>
              </a:spcBef>
              <a:spcAft>
                <a:spcPts val="0"/>
              </a:spcAft>
              <a:buSzPts val="800"/>
              <a:buAutoNum type="arabicPeriod"/>
            </a:pPr>
            <a:r>
              <a:rPr lang="fr" sz="800"/>
              <a:t>Optimiser le travail interne en allégeant la charge des équipes et en améliorant les processus.</a:t>
            </a:r>
            <a:endParaRPr sz="800"/>
          </a:p>
          <a:p>
            <a:pPr indent="0" lvl="0" marL="0" rtl="0" algn="l">
              <a:spcBef>
                <a:spcPts val="0"/>
              </a:spcBef>
              <a:spcAft>
                <a:spcPts val="0"/>
              </a:spcAft>
              <a:buClr>
                <a:schemeClr val="dk1"/>
              </a:buClr>
              <a:buSzPts val="1100"/>
              <a:buFont typeface="Arial"/>
              <a:buNone/>
            </a:pPr>
            <a:r>
              <a:t/>
            </a:r>
            <a:endParaRPr sz="800"/>
          </a:p>
        </p:txBody>
      </p:sp>
      <p:sp>
        <p:nvSpPr>
          <p:cNvPr id="471" name="Google Shape;471;p38"/>
          <p:cNvSpPr txBox="1"/>
          <p:nvPr>
            <p:ph idx="3" type="subTitle"/>
          </p:nvPr>
        </p:nvSpPr>
        <p:spPr>
          <a:xfrm>
            <a:off x="4623450" y="640150"/>
            <a:ext cx="3947100" cy="272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0" lang="fr"/>
              <a:t>Le CARI Saint-Laurent a fait appel à nos services afin d’innover et bonifier l’expérience  client digitale des usagers du Cari.</a:t>
            </a:r>
            <a:endParaRPr b="0"/>
          </a:p>
          <a:p>
            <a:pPr indent="0" lvl="0" marL="0" rtl="0" algn="l">
              <a:spcBef>
                <a:spcPts val="1200"/>
              </a:spcBef>
              <a:spcAft>
                <a:spcPts val="1200"/>
              </a:spcAft>
              <a:buClr>
                <a:schemeClr val="dk1"/>
              </a:buClr>
              <a:buSzPts val="1100"/>
              <a:buFont typeface="Arial"/>
              <a:buNone/>
            </a:pPr>
            <a:r>
              <a:rPr b="0" lang="fr"/>
              <a:t>Soucieux d’offrir une expérience utilisateur de haut niveau, l’équipe de direction souhaite mettre en place un ensemble d’améliorations visant à adopter et implanter de nouvelles technologies.</a:t>
            </a:r>
            <a:endParaRPr b="0"/>
          </a:p>
        </p:txBody>
      </p:sp>
      <p:sp>
        <p:nvSpPr>
          <p:cNvPr id="472" name="Google Shape;472;p38"/>
          <p:cNvSpPr txBox="1"/>
          <p:nvPr>
            <p:ph idx="4" type="subTitle"/>
          </p:nvPr>
        </p:nvSpPr>
        <p:spPr>
          <a:xfrm>
            <a:off x="4623450" y="3366125"/>
            <a:ext cx="3947100" cy="3309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fr"/>
              <a:t>Ces initiatives visent à :</a:t>
            </a:r>
            <a:endParaRPr/>
          </a:p>
        </p:txBody>
      </p:sp>
      <p:sp>
        <p:nvSpPr>
          <p:cNvPr id="473" name="Google Shape;473;p38"/>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Introduction</a:t>
            </a:r>
            <a:endParaRPr sz="900">
              <a:solidFill>
                <a:schemeClr val="lt1"/>
              </a:solidFill>
              <a:latin typeface="Inter"/>
              <a:ea typeface="Inter"/>
              <a:cs typeface="Inter"/>
              <a:sym typeface="Inter"/>
            </a:endParaRPr>
          </a:p>
        </p:txBody>
      </p:sp>
      <p:sp>
        <p:nvSpPr>
          <p:cNvPr id="474" name="Google Shape;474;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pic>
        <p:nvPicPr>
          <p:cNvPr id="475" name="Google Shape;475;p38"/>
          <p:cNvPicPr preferRelativeResize="0"/>
          <p:nvPr/>
        </p:nvPicPr>
        <p:blipFill>
          <a:blip r:embed="rId3">
            <a:alphaModFix/>
          </a:blip>
          <a:stretch>
            <a:fillRect/>
          </a:stretch>
        </p:blipFill>
        <p:spPr>
          <a:xfrm>
            <a:off x="484263" y="1152175"/>
            <a:ext cx="3365524" cy="3365524"/>
          </a:xfrm>
          <a:prstGeom prst="rect">
            <a:avLst/>
          </a:prstGeom>
          <a:noFill/>
          <a:ln>
            <a:noFill/>
          </a:ln>
        </p:spPr>
      </p:pic>
      <p:sp>
        <p:nvSpPr>
          <p:cNvPr id="476" name="Google Shape;476;p38"/>
          <p:cNvSpPr txBox="1"/>
          <p:nvPr>
            <p:ph type="title"/>
          </p:nvPr>
        </p:nvSpPr>
        <p:spPr>
          <a:xfrm>
            <a:off x="433675" y="2843550"/>
            <a:ext cx="3594300" cy="199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a:t>Mandat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9"/>
          <p:cNvSpPr txBox="1"/>
          <p:nvPr>
            <p:ph idx="2" type="title"/>
          </p:nvPr>
        </p:nvSpPr>
        <p:spPr>
          <a:xfrm>
            <a:off x="885550" y="1580025"/>
            <a:ext cx="6778500" cy="2736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0" lang="fr" sz="1100"/>
              <a:t>Depuis décembre dernier, nous avons pris le temps de documenter et de revoir les besoins d’affaires du CARI dans le but de détecter des opportunités et de cibler les priorités afin que vous puissiez réaliser vos objectifs. Ce travail de fond établit des bases solides pour orienter vos projets technologiques.</a:t>
            </a:r>
            <a:endParaRPr i="0" sz="1100"/>
          </a:p>
          <a:p>
            <a:pPr indent="0" lvl="0" marL="0" rtl="0" algn="l">
              <a:lnSpc>
                <a:spcPct val="115000"/>
              </a:lnSpc>
              <a:spcBef>
                <a:spcPts val="0"/>
              </a:spcBef>
              <a:spcAft>
                <a:spcPts val="0"/>
              </a:spcAft>
              <a:buNone/>
            </a:pPr>
            <a:r>
              <a:t/>
            </a:r>
            <a:endParaRPr i="0" sz="1100"/>
          </a:p>
          <a:p>
            <a:pPr indent="0" lvl="0" marL="0" rtl="0" algn="l">
              <a:lnSpc>
                <a:spcPct val="115000"/>
              </a:lnSpc>
              <a:spcBef>
                <a:spcPts val="0"/>
              </a:spcBef>
              <a:spcAft>
                <a:spcPts val="0"/>
              </a:spcAft>
              <a:buNone/>
            </a:pPr>
            <a:r>
              <a:rPr i="0" lang="fr" sz="1100"/>
              <a:t>Grâce aux méthodes d’analyse Lean et à votre collaboration active, nous avons pu recueillir des données riches et pertinentes, nous permettant d’adopter un regard stratégique sur votre projet de transformation numérique.</a:t>
            </a:r>
            <a:endParaRPr i="0" sz="1100"/>
          </a:p>
          <a:p>
            <a:pPr indent="0" lvl="0" marL="0" rtl="0" algn="l">
              <a:lnSpc>
                <a:spcPct val="115000"/>
              </a:lnSpc>
              <a:spcBef>
                <a:spcPts val="0"/>
              </a:spcBef>
              <a:spcAft>
                <a:spcPts val="0"/>
              </a:spcAft>
              <a:buNone/>
            </a:pPr>
            <a:r>
              <a:t/>
            </a:r>
            <a:endParaRPr i="0" sz="1100"/>
          </a:p>
          <a:p>
            <a:pPr indent="0" lvl="0" marL="0" rtl="0" algn="l">
              <a:lnSpc>
                <a:spcPct val="115000"/>
              </a:lnSpc>
              <a:spcBef>
                <a:spcPts val="0"/>
              </a:spcBef>
              <a:spcAft>
                <a:spcPts val="0"/>
              </a:spcAft>
              <a:buNone/>
            </a:pPr>
            <a:r>
              <a:rPr i="0" lang="fr" sz="1100"/>
              <a:t>Ces données de qualité nous offrent une vision globale de l’organisation, sur laquelle s’appuient nos recommandations justifiées et alignées avec vos objectifs.</a:t>
            </a:r>
            <a:endParaRPr i="0" sz="1100"/>
          </a:p>
          <a:p>
            <a:pPr indent="0" lvl="0" marL="0" rtl="0" algn="l">
              <a:lnSpc>
                <a:spcPct val="115000"/>
              </a:lnSpc>
              <a:spcBef>
                <a:spcPts val="0"/>
              </a:spcBef>
              <a:spcAft>
                <a:spcPts val="0"/>
              </a:spcAft>
              <a:buNone/>
            </a:pPr>
            <a:r>
              <a:t/>
            </a:r>
            <a:endParaRPr sz="1200"/>
          </a:p>
        </p:txBody>
      </p:sp>
      <p:sp>
        <p:nvSpPr>
          <p:cNvPr id="482" name="Google Shape;482;p39"/>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L’approche</a:t>
            </a:r>
            <a:endParaRPr sz="900">
              <a:solidFill>
                <a:schemeClr val="lt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0"/>
          <p:cNvSpPr txBox="1"/>
          <p:nvPr>
            <p:ph type="title"/>
          </p:nvPr>
        </p:nvSpPr>
        <p:spPr>
          <a:xfrm>
            <a:off x="1021950" y="1052850"/>
            <a:ext cx="71001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Les livrables</a:t>
            </a:r>
            <a:endParaRPr/>
          </a:p>
        </p:txBody>
      </p:sp>
      <p:sp>
        <p:nvSpPr>
          <p:cNvPr id="488" name="Google Shape;488;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489" name="Google Shape;489;p40"/>
          <p:cNvSpPr txBox="1"/>
          <p:nvPr>
            <p:ph idx="2" type="title"/>
          </p:nvPr>
        </p:nvSpPr>
        <p:spPr>
          <a:xfrm>
            <a:off x="483575" y="2615700"/>
            <a:ext cx="16998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a:t>Le registre des besoins</a:t>
            </a:r>
            <a:endParaRPr b="1">
              <a:latin typeface="Syne"/>
              <a:ea typeface="Syne"/>
              <a:cs typeface="Syne"/>
              <a:sym typeface="Syne"/>
            </a:endParaRPr>
          </a:p>
        </p:txBody>
      </p:sp>
      <p:sp>
        <p:nvSpPr>
          <p:cNvPr id="490" name="Google Shape;490;p40"/>
          <p:cNvSpPr txBox="1"/>
          <p:nvPr>
            <p:ph idx="1" type="body"/>
          </p:nvPr>
        </p:nvSpPr>
        <p:spPr>
          <a:xfrm>
            <a:off x="409125" y="2831400"/>
            <a:ext cx="1774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700"/>
              <a:t>Le registre des besoins est une base de données centralisée regroupant les projets ayant un impact direct sur le parcours client.</a:t>
            </a:r>
            <a:endParaRPr sz="700"/>
          </a:p>
          <a:p>
            <a:pPr indent="0" lvl="0" marL="0" rtl="0" algn="l">
              <a:spcBef>
                <a:spcPts val="1200"/>
              </a:spcBef>
              <a:spcAft>
                <a:spcPts val="0"/>
              </a:spcAft>
              <a:buNone/>
            </a:pPr>
            <a:r>
              <a:rPr lang="fr" sz="700"/>
              <a:t>Il permet d’identifier les projets à fort impact, explorer les solutions possibles et gérer et suivre l’avancement des projets.</a:t>
            </a:r>
            <a:endParaRPr sz="700"/>
          </a:p>
          <a:p>
            <a:pPr indent="0" lvl="0" marL="0" rtl="0" algn="l">
              <a:spcBef>
                <a:spcPts val="1200"/>
              </a:spcBef>
              <a:spcAft>
                <a:spcPts val="1200"/>
              </a:spcAft>
              <a:buNone/>
            </a:pPr>
            <a:r>
              <a:t/>
            </a:r>
            <a:endParaRPr/>
          </a:p>
        </p:txBody>
      </p:sp>
      <p:sp>
        <p:nvSpPr>
          <p:cNvPr id="491" name="Google Shape;491;p40"/>
          <p:cNvSpPr txBox="1"/>
          <p:nvPr/>
        </p:nvSpPr>
        <p:spPr>
          <a:xfrm>
            <a:off x="409125" y="4191900"/>
            <a:ext cx="1572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u="sng">
                <a:solidFill>
                  <a:srgbClr val="4DD0E1"/>
                </a:solidFill>
                <a:latin typeface="Inter"/>
                <a:ea typeface="Inter"/>
                <a:cs typeface="Inter"/>
                <a:sym typeface="Inter"/>
                <a:hlinkClick r:id="rId3">
                  <a:extLst>
                    <a:ext uri="{A12FA001-AC4F-418D-AE19-62706E023703}">
                      <ahyp:hlinkClr val="tx"/>
                    </a:ext>
                  </a:extLst>
                </a:hlinkClick>
              </a:rPr>
              <a:t>Registre des besoins</a:t>
            </a:r>
            <a:endParaRPr sz="900">
              <a:solidFill>
                <a:srgbClr val="FFAB40"/>
              </a:solidFill>
              <a:latin typeface="Inter"/>
              <a:ea typeface="Inter"/>
              <a:cs typeface="Inter"/>
              <a:sym typeface="Inter"/>
            </a:endParaRPr>
          </a:p>
        </p:txBody>
      </p:sp>
      <p:sp>
        <p:nvSpPr>
          <p:cNvPr id="492" name="Google Shape;492;p40"/>
          <p:cNvSpPr txBox="1"/>
          <p:nvPr>
            <p:ph idx="2" type="title"/>
          </p:nvPr>
        </p:nvSpPr>
        <p:spPr>
          <a:xfrm>
            <a:off x="2597025" y="2552075"/>
            <a:ext cx="16998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a:t>Le registres les parties prenantes</a:t>
            </a:r>
            <a:endParaRPr/>
          </a:p>
          <a:p>
            <a:pPr indent="0" lvl="0" marL="0" rtl="0" algn="l">
              <a:spcBef>
                <a:spcPts val="0"/>
              </a:spcBef>
              <a:spcAft>
                <a:spcPts val="0"/>
              </a:spcAft>
              <a:buNone/>
            </a:pPr>
            <a:r>
              <a:t/>
            </a:r>
            <a:endParaRPr/>
          </a:p>
        </p:txBody>
      </p:sp>
      <p:sp>
        <p:nvSpPr>
          <p:cNvPr id="493" name="Google Shape;493;p40"/>
          <p:cNvSpPr txBox="1"/>
          <p:nvPr>
            <p:ph idx="1" type="body"/>
          </p:nvPr>
        </p:nvSpPr>
        <p:spPr>
          <a:xfrm>
            <a:off x="2520688" y="2831400"/>
            <a:ext cx="19464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700"/>
              <a:t>Le registre des parties prenantes est un outil clé de gestion du changement. Il permet de et gérer les individus qui influencent ou sont affectés par le projet.</a:t>
            </a:r>
            <a:endParaRPr sz="700"/>
          </a:p>
          <a:p>
            <a:pPr indent="0" lvl="0" marL="0" rtl="0" algn="l">
              <a:spcBef>
                <a:spcPts val="1200"/>
              </a:spcBef>
              <a:spcAft>
                <a:spcPts val="0"/>
              </a:spcAft>
              <a:buNone/>
            </a:pPr>
            <a:r>
              <a:rPr lang="fr" sz="700"/>
              <a:t>Dans une démarche de transformation numérique, où les enjeux humains sont centraux, cet outil assure une meilleure prise en compte des parties prenantes tout au long du processus.</a:t>
            </a:r>
            <a:endParaRPr sz="700"/>
          </a:p>
          <a:p>
            <a:pPr indent="0" lvl="0" marL="0" rtl="0" algn="l">
              <a:spcBef>
                <a:spcPts val="1200"/>
              </a:spcBef>
              <a:spcAft>
                <a:spcPts val="0"/>
              </a:spcAft>
              <a:buNone/>
            </a:pPr>
            <a:r>
              <a:t/>
            </a:r>
            <a:endParaRPr sz="700"/>
          </a:p>
          <a:p>
            <a:pPr indent="0" lvl="0" marL="0" rtl="0" algn="l">
              <a:spcBef>
                <a:spcPts val="1200"/>
              </a:spcBef>
              <a:spcAft>
                <a:spcPts val="0"/>
              </a:spcAft>
              <a:buNone/>
            </a:pPr>
            <a:r>
              <a:t/>
            </a:r>
            <a:endParaRPr sz="700"/>
          </a:p>
          <a:p>
            <a:pPr indent="0" lvl="0" marL="0" rtl="0" algn="l">
              <a:spcBef>
                <a:spcPts val="1200"/>
              </a:spcBef>
              <a:spcAft>
                <a:spcPts val="1200"/>
              </a:spcAft>
              <a:buNone/>
            </a:pPr>
            <a:r>
              <a:t/>
            </a:r>
            <a:endParaRPr/>
          </a:p>
        </p:txBody>
      </p:sp>
      <p:sp>
        <p:nvSpPr>
          <p:cNvPr id="494" name="Google Shape;494;p40"/>
          <p:cNvSpPr txBox="1"/>
          <p:nvPr>
            <p:ph idx="2" type="title"/>
          </p:nvPr>
        </p:nvSpPr>
        <p:spPr>
          <a:xfrm>
            <a:off x="4859375" y="2571750"/>
            <a:ext cx="16998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a:t>Le tableau synthèse</a:t>
            </a:r>
            <a:endParaRPr b="1">
              <a:latin typeface="Syne"/>
              <a:ea typeface="Syne"/>
              <a:cs typeface="Syne"/>
              <a:sym typeface="Syne"/>
            </a:endParaRPr>
          </a:p>
        </p:txBody>
      </p:sp>
      <p:sp>
        <p:nvSpPr>
          <p:cNvPr id="495" name="Google Shape;495;p40"/>
          <p:cNvSpPr txBox="1"/>
          <p:nvPr>
            <p:ph idx="1" type="body"/>
          </p:nvPr>
        </p:nvSpPr>
        <p:spPr>
          <a:xfrm>
            <a:off x="4784925" y="2787450"/>
            <a:ext cx="1774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700"/>
              <a:t>Le tableau synthèse avec lequel vous êtes familier vous offre la possibilité de revoir l’ensemble des données récoltées durant le projet. </a:t>
            </a:r>
            <a:endParaRPr sz="700"/>
          </a:p>
          <a:p>
            <a:pPr indent="0" lvl="0" marL="0" rtl="0" algn="l">
              <a:spcBef>
                <a:spcPts val="1200"/>
              </a:spcBef>
              <a:spcAft>
                <a:spcPts val="0"/>
              </a:spcAft>
              <a:buNone/>
            </a:pPr>
            <a:r>
              <a:rPr lang="fr" sz="700"/>
              <a:t>En tout temps vous pourrez consulter le Business model Canvas, avoir accès aux ateliers réalisé et à l’ensemble des documents qui constitue le projet d’analyse. </a:t>
            </a:r>
            <a:endParaRPr sz="700"/>
          </a:p>
          <a:p>
            <a:pPr indent="0" lvl="0" marL="0" rtl="0" algn="l">
              <a:spcBef>
                <a:spcPts val="1200"/>
              </a:spcBef>
              <a:spcAft>
                <a:spcPts val="0"/>
              </a:spcAft>
              <a:buNone/>
            </a:pPr>
            <a:r>
              <a:t/>
            </a:r>
            <a:endParaRPr sz="700"/>
          </a:p>
          <a:p>
            <a:pPr indent="0" lvl="0" marL="0" rtl="0" algn="l">
              <a:spcBef>
                <a:spcPts val="1200"/>
              </a:spcBef>
              <a:spcAft>
                <a:spcPts val="1200"/>
              </a:spcAft>
              <a:buNone/>
            </a:pPr>
            <a:r>
              <a:t/>
            </a:r>
            <a:endParaRPr/>
          </a:p>
        </p:txBody>
      </p:sp>
      <p:sp>
        <p:nvSpPr>
          <p:cNvPr id="496" name="Google Shape;496;p40"/>
          <p:cNvSpPr txBox="1"/>
          <p:nvPr>
            <p:ph idx="2" type="title"/>
          </p:nvPr>
        </p:nvSpPr>
        <p:spPr>
          <a:xfrm>
            <a:off x="6955475" y="2532425"/>
            <a:ext cx="1774200" cy="2550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a:t>Le rapport de recommandations</a:t>
            </a:r>
            <a:endParaRPr b="1">
              <a:latin typeface="Syne"/>
              <a:ea typeface="Syne"/>
              <a:cs typeface="Syne"/>
              <a:sym typeface="Syne"/>
            </a:endParaRPr>
          </a:p>
        </p:txBody>
      </p:sp>
      <p:sp>
        <p:nvSpPr>
          <p:cNvPr id="497" name="Google Shape;497;p40"/>
          <p:cNvSpPr txBox="1"/>
          <p:nvPr>
            <p:ph idx="1" type="body"/>
          </p:nvPr>
        </p:nvSpPr>
        <p:spPr>
          <a:xfrm>
            <a:off x="6876825" y="2831400"/>
            <a:ext cx="1870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700"/>
              <a:t>Dans ce rapport, vous trouverez un résumé de la situation entourant le projet, les observations clés soulevées au cours du processus d'analyse. </a:t>
            </a:r>
            <a:endParaRPr sz="700"/>
          </a:p>
          <a:p>
            <a:pPr indent="0" lvl="0" marL="0" rtl="0" algn="l">
              <a:spcBef>
                <a:spcPts val="1200"/>
              </a:spcBef>
              <a:spcAft>
                <a:spcPts val="0"/>
              </a:spcAft>
              <a:buNone/>
            </a:pPr>
            <a:r>
              <a:rPr lang="fr" sz="700"/>
              <a:t>Vous y retrouverez également la présentation de deux scénarios stratégiques possibles concernant votre transformation numérique.</a:t>
            </a:r>
            <a:endParaRPr sz="700"/>
          </a:p>
          <a:p>
            <a:pPr indent="0" lvl="0" marL="0" rtl="0" algn="l">
              <a:spcBef>
                <a:spcPts val="1200"/>
              </a:spcBef>
              <a:spcAft>
                <a:spcPts val="0"/>
              </a:spcAft>
              <a:buNone/>
            </a:pPr>
            <a:r>
              <a:t/>
            </a:r>
            <a:endParaRPr sz="700"/>
          </a:p>
          <a:p>
            <a:pPr indent="0" lvl="0" marL="0" rtl="0" algn="l">
              <a:spcBef>
                <a:spcPts val="1200"/>
              </a:spcBef>
              <a:spcAft>
                <a:spcPts val="1200"/>
              </a:spcAft>
              <a:buNone/>
            </a:pPr>
            <a:r>
              <a:t/>
            </a:r>
            <a:endParaRPr/>
          </a:p>
        </p:txBody>
      </p:sp>
      <p:sp>
        <p:nvSpPr>
          <p:cNvPr id="498" name="Google Shape;498;p40"/>
          <p:cNvSpPr txBox="1"/>
          <p:nvPr/>
        </p:nvSpPr>
        <p:spPr>
          <a:xfrm>
            <a:off x="6876950" y="4191900"/>
            <a:ext cx="1572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u="sng">
                <a:solidFill>
                  <a:srgbClr val="4DD0E1"/>
                </a:solidFill>
                <a:latin typeface="Inter"/>
                <a:ea typeface="Inter"/>
                <a:cs typeface="Inter"/>
                <a:sym typeface="Inter"/>
                <a:hlinkClick action="ppaction://hlinksldjump" r:id="rId4">
                  <a:extLst>
                    <a:ext uri="{A12FA001-AC4F-418D-AE19-62706E023703}">
                      <ahyp:hlinkClr val="tx"/>
                    </a:ext>
                  </a:extLst>
                </a:hlinkClick>
              </a:rPr>
              <a:t>Rapport final</a:t>
            </a:r>
            <a:endParaRPr sz="900">
              <a:solidFill>
                <a:srgbClr val="4DD0E1"/>
              </a:solidFill>
              <a:latin typeface="Inter"/>
              <a:ea typeface="Inter"/>
              <a:cs typeface="Inter"/>
              <a:sym typeface="Inter"/>
            </a:endParaRPr>
          </a:p>
        </p:txBody>
      </p:sp>
      <p:sp>
        <p:nvSpPr>
          <p:cNvPr id="499" name="Google Shape;499;p40"/>
          <p:cNvSpPr txBox="1"/>
          <p:nvPr/>
        </p:nvSpPr>
        <p:spPr>
          <a:xfrm>
            <a:off x="2549025" y="4191900"/>
            <a:ext cx="1870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900" u="sng">
                <a:solidFill>
                  <a:srgbClr val="4DD0E1"/>
                </a:solidFill>
                <a:latin typeface="Inter"/>
                <a:ea typeface="Inter"/>
                <a:cs typeface="Inter"/>
                <a:sym typeface="Inter"/>
                <a:hlinkClick r:id="rId5">
                  <a:extLst>
                    <a:ext uri="{A12FA001-AC4F-418D-AE19-62706E023703}">
                      <ahyp:hlinkClr val="tx"/>
                    </a:ext>
                  </a:extLst>
                </a:hlinkClick>
              </a:rPr>
              <a:t>Registre des parties prenantes</a:t>
            </a:r>
            <a:endParaRPr sz="900">
              <a:solidFill>
                <a:srgbClr val="FFAB40"/>
              </a:solidFill>
              <a:latin typeface="Inter"/>
              <a:ea typeface="Inter"/>
              <a:cs typeface="Inter"/>
              <a:sym typeface="Inter"/>
            </a:endParaRPr>
          </a:p>
        </p:txBody>
      </p:sp>
      <p:sp>
        <p:nvSpPr>
          <p:cNvPr id="500" name="Google Shape;500;p40"/>
          <p:cNvSpPr txBox="1"/>
          <p:nvPr/>
        </p:nvSpPr>
        <p:spPr>
          <a:xfrm>
            <a:off x="5292900" y="4191900"/>
            <a:ext cx="2016900" cy="32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fr" sz="900" u="sng">
                <a:solidFill>
                  <a:srgbClr val="4DD0E1"/>
                </a:solidFill>
                <a:latin typeface="Inter"/>
                <a:ea typeface="Inter"/>
                <a:cs typeface="Inter"/>
                <a:sym typeface="Inter"/>
                <a:hlinkClick r:id="rId6">
                  <a:extLst>
                    <a:ext uri="{A12FA001-AC4F-418D-AE19-62706E023703}">
                      <ahyp:hlinkClr val="tx"/>
                    </a:ext>
                  </a:extLst>
                </a:hlinkClick>
              </a:rPr>
              <a:t>Tableau synthèse</a:t>
            </a:r>
            <a:endParaRPr sz="900">
              <a:solidFill>
                <a:srgbClr val="FFAB40"/>
              </a:solidFill>
              <a:latin typeface="Inter"/>
              <a:ea typeface="Inter"/>
              <a:cs typeface="Inter"/>
              <a:sym typeface="Inter"/>
            </a:endParaRPr>
          </a:p>
        </p:txBody>
      </p:sp>
      <p:pic>
        <p:nvPicPr>
          <p:cNvPr id="501" name="Google Shape;501;p40"/>
          <p:cNvPicPr preferRelativeResize="0"/>
          <p:nvPr/>
        </p:nvPicPr>
        <p:blipFill>
          <a:blip r:embed="rId7">
            <a:alphaModFix/>
          </a:blip>
          <a:stretch>
            <a:fillRect/>
          </a:stretch>
        </p:blipFill>
        <p:spPr>
          <a:xfrm>
            <a:off x="4880913" y="4245600"/>
            <a:ext cx="411991" cy="215700"/>
          </a:xfrm>
          <a:prstGeom prst="rect">
            <a:avLst/>
          </a:prstGeom>
          <a:noFill/>
          <a:ln>
            <a:noFill/>
          </a:ln>
        </p:spPr>
      </p:pic>
      <p:sp>
        <p:nvSpPr>
          <p:cNvPr id="502" name="Google Shape;502;p40"/>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Les livrables</a:t>
            </a:r>
            <a:endParaRPr sz="900">
              <a:solidFill>
                <a:schemeClr val="lt1"/>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id="507" name="Google Shape;507;p41" title="shutterstock_2104457984.jpg"/>
          <p:cNvPicPr preferRelativeResize="0"/>
          <p:nvPr>
            <p:ph idx="2" type="pic"/>
          </p:nvPr>
        </p:nvPicPr>
        <p:blipFill rotWithShape="1">
          <a:blip r:embed="rId3">
            <a:alphaModFix/>
          </a:blip>
          <a:srcRect b="0" l="20948" r="20942" t="0"/>
          <a:stretch/>
        </p:blipFill>
        <p:spPr>
          <a:xfrm>
            <a:off x="4432800" y="610200"/>
            <a:ext cx="4418100" cy="4276800"/>
          </a:xfrm>
          <a:prstGeom prst="roundRect">
            <a:avLst>
              <a:gd fmla="val 16667" name="adj"/>
            </a:avLst>
          </a:prstGeom>
        </p:spPr>
      </p:pic>
      <p:sp>
        <p:nvSpPr>
          <p:cNvPr id="508" name="Google Shape;508;p41"/>
          <p:cNvSpPr txBox="1"/>
          <p:nvPr>
            <p:ph type="title"/>
          </p:nvPr>
        </p:nvSpPr>
        <p:spPr>
          <a:xfrm>
            <a:off x="433675" y="2843550"/>
            <a:ext cx="3594300" cy="199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sz="3600"/>
              <a:t>Observations</a:t>
            </a:r>
            <a:endParaRPr sz="3600"/>
          </a:p>
        </p:txBody>
      </p:sp>
      <p:sp>
        <p:nvSpPr>
          <p:cNvPr id="509" name="Google Shape;509;p41"/>
          <p:cNvSpPr txBox="1"/>
          <p:nvPr>
            <p:ph idx="1" type="subTitle"/>
          </p:nvPr>
        </p:nvSpPr>
        <p:spPr>
          <a:xfrm>
            <a:off x="433675" y="824025"/>
            <a:ext cx="2560800" cy="2760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fr"/>
              <a:t>Cari Saint-Laurent</a:t>
            </a:r>
            <a:endParaRPr/>
          </a:p>
        </p:txBody>
      </p:sp>
      <p:sp>
        <p:nvSpPr>
          <p:cNvPr id="510" name="Google Shape;510;p41"/>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Observations</a:t>
            </a:r>
            <a:endParaRPr sz="900">
              <a:solidFill>
                <a:schemeClr val="lt1"/>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2"/>
          <p:cNvSpPr txBox="1"/>
          <p:nvPr>
            <p:ph idx="2" type="title"/>
          </p:nvPr>
        </p:nvSpPr>
        <p:spPr>
          <a:xfrm>
            <a:off x="1021950" y="2571750"/>
            <a:ext cx="71001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1100"/>
              <a:t>Le CARI Saint-Laurent possède un modèle d’affaires robuste et humain, centré sur ses clients, mais encore sous-optimisé technologiquement. Le potentiel d'amélioration numérique est considérable, surtout en matière d’automatisation, d’intégration et d’utilisation proactive des données.</a:t>
            </a:r>
            <a:endParaRPr sz="1100"/>
          </a:p>
        </p:txBody>
      </p:sp>
      <p:sp>
        <p:nvSpPr>
          <p:cNvPr id="516" name="Google Shape;516;p42"/>
          <p:cNvSpPr txBox="1"/>
          <p:nvPr>
            <p:ph idx="1" type="subTitle"/>
          </p:nvPr>
        </p:nvSpPr>
        <p:spPr>
          <a:xfrm>
            <a:off x="2245650" y="1837825"/>
            <a:ext cx="4652700" cy="5274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fr" sz="1800"/>
              <a:t>Constat général | Un potentiel élevé</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43"/>
          <p:cNvSpPr txBox="1"/>
          <p:nvPr>
            <p:ph idx="2" type="body"/>
          </p:nvPr>
        </p:nvSpPr>
        <p:spPr>
          <a:xfrm>
            <a:off x="3512550" y="1110300"/>
            <a:ext cx="4310400" cy="37305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b="1" lang="fr" sz="1000">
                <a:solidFill>
                  <a:schemeClr val="dk1"/>
                </a:solidFill>
                <a:latin typeface="Inter"/>
                <a:ea typeface="Inter"/>
                <a:cs typeface="Inter"/>
                <a:sym typeface="Inter"/>
              </a:rPr>
              <a:t>Gestion du changement</a:t>
            </a:r>
            <a:r>
              <a:rPr lang="fr" sz="1000">
                <a:solidFill>
                  <a:schemeClr val="dk1"/>
                </a:solidFill>
                <a:latin typeface="Inter"/>
                <a:ea typeface="Inter"/>
                <a:cs typeface="Inter"/>
                <a:sym typeface="Inter"/>
              </a:rPr>
              <a:t> : Le principal défi sera la gestion de l’adoption de nouvelles technologies par les équipes internes. Un plan solide de gestion du changement sera nécessaire.</a:t>
            </a:r>
            <a:endParaRPr sz="1000">
              <a:solidFill>
                <a:schemeClr val="dk1"/>
              </a:solidFill>
              <a:latin typeface="Inter"/>
              <a:ea typeface="Inter"/>
              <a:cs typeface="Inter"/>
              <a:sym typeface="Inter"/>
            </a:endParaRPr>
          </a:p>
          <a:p>
            <a:pPr indent="0" lvl="0" marL="0" rtl="0" algn="l">
              <a:spcBef>
                <a:spcPts val="1200"/>
              </a:spcBef>
              <a:spcAft>
                <a:spcPts val="0"/>
              </a:spcAft>
              <a:buNone/>
            </a:pPr>
            <a:r>
              <a:rPr b="1" lang="fr" sz="1000">
                <a:solidFill>
                  <a:schemeClr val="dk1"/>
                </a:solidFill>
                <a:latin typeface="Inter"/>
                <a:ea typeface="Inter"/>
                <a:cs typeface="Inter"/>
                <a:sym typeface="Inter"/>
              </a:rPr>
              <a:t>Retour sur </a:t>
            </a:r>
            <a:r>
              <a:rPr b="1" lang="fr" sz="1000">
                <a:solidFill>
                  <a:schemeClr val="dk1"/>
                </a:solidFill>
                <a:latin typeface="Inter"/>
                <a:ea typeface="Inter"/>
                <a:cs typeface="Inter"/>
                <a:sym typeface="Inter"/>
              </a:rPr>
              <a:t>investissement des projets numériques</a:t>
            </a:r>
            <a:r>
              <a:rPr b="1" lang="fr" sz="1000">
                <a:solidFill>
                  <a:schemeClr val="dk1"/>
                </a:solidFill>
                <a:latin typeface="Inter"/>
                <a:ea typeface="Inter"/>
                <a:cs typeface="Inter"/>
                <a:sym typeface="Inter"/>
              </a:rPr>
              <a:t> </a:t>
            </a:r>
            <a:r>
              <a:rPr lang="fr" sz="1000">
                <a:solidFill>
                  <a:schemeClr val="dk1"/>
                </a:solidFill>
                <a:latin typeface="Inter"/>
                <a:ea typeface="Inter"/>
                <a:cs typeface="Inter"/>
                <a:sym typeface="Inter"/>
              </a:rPr>
              <a:t> : Étant majoritairement financé par des subventions publiques, il faut obligatoirement en tenir compte et justifier précisément l’impact attendu des investissements technologiques à venir. </a:t>
            </a:r>
            <a:endParaRPr sz="1000">
              <a:solidFill>
                <a:schemeClr val="dk1"/>
              </a:solidFill>
              <a:latin typeface="Inter"/>
              <a:ea typeface="Inter"/>
              <a:cs typeface="Inter"/>
              <a:sym typeface="Inter"/>
            </a:endParaRPr>
          </a:p>
          <a:p>
            <a:pPr indent="0" lvl="0" marL="0" rtl="0" algn="l">
              <a:spcBef>
                <a:spcPts val="1200"/>
              </a:spcBef>
              <a:spcAft>
                <a:spcPts val="1200"/>
              </a:spcAft>
              <a:buNone/>
            </a:pPr>
            <a:r>
              <a:rPr b="1" lang="fr" sz="1000">
                <a:solidFill>
                  <a:schemeClr val="dk1"/>
                </a:solidFill>
                <a:latin typeface="Inter"/>
                <a:ea typeface="Inter"/>
                <a:cs typeface="Inter"/>
                <a:sym typeface="Inter"/>
              </a:rPr>
              <a:t>Sensibilité des données</a:t>
            </a:r>
            <a:r>
              <a:rPr lang="fr" sz="1000">
                <a:solidFill>
                  <a:schemeClr val="dk1"/>
                </a:solidFill>
                <a:latin typeface="Inter"/>
                <a:ea typeface="Inter"/>
                <a:cs typeface="Inter"/>
                <a:sym typeface="Inter"/>
              </a:rPr>
              <a:t> : Les projet numériques à venir représentent un risque sur le plan de la sécurité des données. Nous devrons donc prendre des mesures afin de garantir une gestion rigoureuse et sécurisée des données sensibles des clients.</a:t>
            </a:r>
            <a:endParaRPr sz="1000">
              <a:solidFill>
                <a:schemeClr val="dk1"/>
              </a:solidFill>
              <a:latin typeface="Inter"/>
              <a:ea typeface="Inter"/>
              <a:cs typeface="Inter"/>
              <a:sym typeface="Inter"/>
            </a:endParaRPr>
          </a:p>
        </p:txBody>
      </p:sp>
      <p:sp>
        <p:nvSpPr>
          <p:cNvPr id="522" name="Google Shape;522;p43"/>
          <p:cNvSpPr txBox="1"/>
          <p:nvPr/>
        </p:nvSpPr>
        <p:spPr>
          <a:xfrm>
            <a:off x="811275" y="334525"/>
            <a:ext cx="13713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À surveiller</a:t>
            </a:r>
            <a:endParaRPr sz="900">
              <a:solidFill>
                <a:schemeClr val="lt1"/>
              </a:solidFill>
              <a:latin typeface="Inter"/>
              <a:ea typeface="Inter"/>
              <a:cs typeface="Inter"/>
              <a:sym typeface="Inter"/>
            </a:endParaRPr>
          </a:p>
        </p:txBody>
      </p:sp>
      <p:sp>
        <p:nvSpPr>
          <p:cNvPr id="523" name="Google Shape;523;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524" name="Google Shape;524;p43"/>
          <p:cNvSpPr/>
          <p:nvPr/>
        </p:nvSpPr>
        <p:spPr>
          <a:xfrm>
            <a:off x="270900" y="1403200"/>
            <a:ext cx="2610300" cy="3099900"/>
          </a:xfrm>
          <a:prstGeom prst="roundRect">
            <a:avLst>
              <a:gd fmla="val 2764"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525" name="Google Shape;525;p43"/>
          <p:cNvPicPr preferRelativeResize="0"/>
          <p:nvPr/>
        </p:nvPicPr>
        <p:blipFill rotWithShape="1">
          <a:blip r:embed="rId3">
            <a:alphaModFix/>
          </a:blip>
          <a:srcRect b="23669" l="11362" r="37062" t="25558"/>
          <a:stretch/>
        </p:blipFill>
        <p:spPr>
          <a:xfrm>
            <a:off x="566425" y="2095500"/>
            <a:ext cx="2314772" cy="2278774"/>
          </a:xfrm>
          <a:prstGeom prst="rect">
            <a:avLst/>
          </a:prstGeom>
          <a:noFill/>
          <a:ln>
            <a:noFill/>
          </a:ln>
        </p:spPr>
      </p:pic>
      <p:sp>
        <p:nvSpPr>
          <p:cNvPr id="526" name="Google Shape;526;p43"/>
          <p:cNvSpPr txBox="1"/>
          <p:nvPr/>
        </p:nvSpPr>
        <p:spPr>
          <a:xfrm>
            <a:off x="418650" y="1479900"/>
            <a:ext cx="23148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000">
                <a:solidFill>
                  <a:schemeClr val="lt1"/>
                </a:solidFill>
                <a:latin typeface="Syne"/>
                <a:ea typeface="Syne"/>
                <a:cs typeface="Syne"/>
                <a:sym typeface="Syne"/>
              </a:rPr>
              <a:t>À surveiller</a:t>
            </a:r>
            <a:endParaRPr b="1" sz="2000">
              <a:solidFill>
                <a:schemeClr val="lt1"/>
              </a:solidFill>
              <a:latin typeface="Syne"/>
              <a:ea typeface="Syne"/>
              <a:cs typeface="Syne"/>
              <a:sym typeface="Syne"/>
            </a:endParaRPr>
          </a:p>
          <a:p>
            <a:pPr indent="0" lvl="0" marL="0" rtl="0" algn="l">
              <a:spcBef>
                <a:spcPts val="0"/>
              </a:spcBef>
              <a:spcAft>
                <a:spcPts val="0"/>
              </a:spcAft>
              <a:buNone/>
            </a:pPr>
            <a:r>
              <a:t/>
            </a:r>
            <a:endParaRPr b="1" sz="2800">
              <a:solidFill>
                <a:schemeClr val="lt1"/>
              </a:solidFill>
              <a:latin typeface="Syne"/>
              <a:ea typeface="Syne"/>
              <a:cs typeface="Syne"/>
              <a:sym typeface="Syn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4"/>
          <p:cNvSpPr txBox="1"/>
          <p:nvPr>
            <p:ph idx="2" type="body"/>
          </p:nvPr>
        </p:nvSpPr>
        <p:spPr>
          <a:xfrm>
            <a:off x="3512550" y="1403200"/>
            <a:ext cx="4840500" cy="31650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b="1" lang="fr" sz="1000">
                <a:solidFill>
                  <a:schemeClr val="dk1"/>
                </a:solidFill>
                <a:latin typeface="Inter"/>
                <a:ea typeface="Inter"/>
                <a:cs typeface="Inter"/>
                <a:sym typeface="Inter"/>
              </a:rPr>
              <a:t>Résistance aux </a:t>
            </a:r>
            <a:r>
              <a:rPr b="1" lang="fr" sz="1000">
                <a:solidFill>
                  <a:schemeClr val="dk1"/>
                </a:solidFill>
                <a:latin typeface="Inter"/>
                <a:ea typeface="Inter"/>
                <a:cs typeface="Inter"/>
                <a:sym typeface="Inter"/>
              </a:rPr>
              <a:t>changements</a:t>
            </a:r>
            <a:r>
              <a:rPr lang="fr" sz="1000">
                <a:solidFill>
                  <a:schemeClr val="dk1"/>
                </a:solidFill>
                <a:latin typeface="Inter"/>
                <a:ea typeface="Inter"/>
                <a:cs typeface="Inter"/>
                <a:sym typeface="Inter"/>
              </a:rPr>
              <a:t> : L’équipe mentionne une certaine forme de résistance même d’anxiété face à l’adoption de nouvelles technologies. Ceci dit, je sais que vous avez fait des progrès dans les dernier mois sur ce plan grâce à l’implantation réussi d’un nouvel outils numérique.</a:t>
            </a:r>
            <a:endParaRPr sz="1000">
              <a:solidFill>
                <a:schemeClr val="dk1"/>
              </a:solidFill>
              <a:latin typeface="Inter"/>
              <a:ea typeface="Inter"/>
              <a:cs typeface="Inter"/>
              <a:sym typeface="Inter"/>
            </a:endParaRPr>
          </a:p>
          <a:p>
            <a:pPr indent="0" lvl="0" marL="0" rtl="0" algn="l">
              <a:spcBef>
                <a:spcPts val="1200"/>
              </a:spcBef>
              <a:spcAft>
                <a:spcPts val="0"/>
              </a:spcAft>
              <a:buNone/>
            </a:pPr>
            <a:r>
              <a:rPr b="1" lang="fr" sz="1000">
                <a:solidFill>
                  <a:schemeClr val="dk1"/>
                </a:solidFill>
                <a:latin typeface="Inter"/>
                <a:ea typeface="Inter"/>
                <a:cs typeface="Inter"/>
                <a:sym typeface="Inter"/>
              </a:rPr>
              <a:t>Formation et accompagnement</a:t>
            </a:r>
            <a:r>
              <a:rPr lang="fr" sz="1000">
                <a:solidFill>
                  <a:schemeClr val="dk1"/>
                </a:solidFill>
                <a:latin typeface="Inter"/>
                <a:ea typeface="Inter"/>
                <a:cs typeface="Inter"/>
                <a:sym typeface="Inter"/>
              </a:rPr>
              <a:t> : </a:t>
            </a:r>
            <a:r>
              <a:rPr lang="fr" sz="1000">
                <a:solidFill>
                  <a:schemeClr val="dk1"/>
                </a:solidFill>
                <a:latin typeface="Inter"/>
                <a:ea typeface="Inter"/>
                <a:cs typeface="Inter"/>
                <a:sym typeface="Inter"/>
              </a:rPr>
              <a:t>La gouvernance soulève également la résistance et l’anxiété face à l’adoption de nouvelles technologies, mais également une inquiétude face au manque de formation et d'accompagnement dans le cadre de l’adoption de nouveaux outils numériques. </a:t>
            </a:r>
            <a:endParaRPr sz="1000">
              <a:solidFill>
                <a:schemeClr val="dk1"/>
              </a:solidFill>
              <a:latin typeface="Inter"/>
              <a:ea typeface="Inter"/>
              <a:cs typeface="Inter"/>
              <a:sym typeface="Inter"/>
            </a:endParaRPr>
          </a:p>
          <a:p>
            <a:pPr indent="0" lvl="0" marL="0" rtl="0" algn="l">
              <a:spcBef>
                <a:spcPts val="1200"/>
              </a:spcBef>
              <a:spcAft>
                <a:spcPts val="0"/>
              </a:spcAft>
              <a:buNone/>
            </a:pPr>
            <a:r>
              <a:rPr b="1" lang="fr" sz="1000">
                <a:solidFill>
                  <a:schemeClr val="dk1"/>
                </a:solidFill>
                <a:latin typeface="Inter"/>
                <a:ea typeface="Inter"/>
                <a:cs typeface="Inter"/>
                <a:sym typeface="Inter"/>
              </a:rPr>
              <a:t>Intégration technologique</a:t>
            </a:r>
            <a:r>
              <a:rPr lang="fr" sz="1000">
                <a:solidFill>
                  <a:schemeClr val="dk1"/>
                </a:solidFill>
                <a:latin typeface="Inter"/>
                <a:ea typeface="Inter"/>
                <a:cs typeface="Inter"/>
                <a:sym typeface="Inter"/>
              </a:rPr>
              <a:t> : Autant l’équipe et la gouvernance ont évoqué des difficultés sur la plan de l’intégration limitée des outils numériques en place. Mentionnant que cela ralentit leur travail et nuit directement à la performance globale du service.</a:t>
            </a:r>
            <a:endParaRPr sz="1000">
              <a:solidFill>
                <a:schemeClr val="dk1"/>
              </a:solidFill>
              <a:latin typeface="Inter"/>
              <a:ea typeface="Inter"/>
              <a:cs typeface="Inter"/>
              <a:sym typeface="Inter"/>
            </a:endParaRPr>
          </a:p>
          <a:p>
            <a:pPr indent="0" lvl="0" marL="0" rtl="0" algn="l">
              <a:spcBef>
                <a:spcPts val="1200"/>
              </a:spcBef>
              <a:spcAft>
                <a:spcPts val="1200"/>
              </a:spcAft>
              <a:buNone/>
            </a:pPr>
            <a:r>
              <a:rPr lang="fr" sz="1000">
                <a:solidFill>
                  <a:schemeClr val="dk1"/>
                </a:solidFill>
                <a:latin typeface="Inter"/>
                <a:ea typeface="Inter"/>
                <a:cs typeface="Inter"/>
                <a:sym typeface="Inter"/>
              </a:rPr>
              <a:t>(source : formulaire découverte)</a:t>
            </a:r>
            <a:endParaRPr sz="1000">
              <a:solidFill>
                <a:schemeClr val="dk1"/>
              </a:solidFill>
              <a:latin typeface="Inter"/>
              <a:ea typeface="Inter"/>
              <a:cs typeface="Inter"/>
              <a:sym typeface="Inter"/>
            </a:endParaRPr>
          </a:p>
        </p:txBody>
      </p:sp>
      <p:sp>
        <p:nvSpPr>
          <p:cNvPr id="532" name="Google Shape;532;p44"/>
          <p:cNvSpPr txBox="1"/>
          <p:nvPr/>
        </p:nvSpPr>
        <p:spPr>
          <a:xfrm>
            <a:off x="811275" y="334525"/>
            <a:ext cx="13713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Top 3</a:t>
            </a:r>
            <a:endParaRPr sz="900">
              <a:solidFill>
                <a:schemeClr val="lt1"/>
              </a:solidFill>
              <a:latin typeface="Inter"/>
              <a:ea typeface="Inter"/>
              <a:cs typeface="Inter"/>
              <a:sym typeface="Inter"/>
            </a:endParaRPr>
          </a:p>
        </p:txBody>
      </p:sp>
      <p:sp>
        <p:nvSpPr>
          <p:cNvPr id="533" name="Google Shape;53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534" name="Google Shape;534;p44"/>
          <p:cNvSpPr/>
          <p:nvPr/>
        </p:nvSpPr>
        <p:spPr>
          <a:xfrm>
            <a:off x="270900" y="1403200"/>
            <a:ext cx="2610300" cy="3099900"/>
          </a:xfrm>
          <a:prstGeom prst="roundRect">
            <a:avLst>
              <a:gd fmla="val 2764"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535" name="Google Shape;535;p44"/>
          <p:cNvPicPr preferRelativeResize="0"/>
          <p:nvPr/>
        </p:nvPicPr>
        <p:blipFill rotWithShape="1">
          <a:blip r:embed="rId3">
            <a:alphaModFix/>
          </a:blip>
          <a:srcRect b="23669" l="11362" r="37062" t="25558"/>
          <a:stretch/>
        </p:blipFill>
        <p:spPr>
          <a:xfrm>
            <a:off x="566425" y="2095500"/>
            <a:ext cx="2314772" cy="2278774"/>
          </a:xfrm>
          <a:prstGeom prst="rect">
            <a:avLst/>
          </a:prstGeom>
          <a:noFill/>
          <a:ln>
            <a:noFill/>
          </a:ln>
        </p:spPr>
      </p:pic>
      <p:sp>
        <p:nvSpPr>
          <p:cNvPr id="536" name="Google Shape;536;p44"/>
          <p:cNvSpPr txBox="1"/>
          <p:nvPr/>
        </p:nvSpPr>
        <p:spPr>
          <a:xfrm>
            <a:off x="418650" y="1479900"/>
            <a:ext cx="23148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000">
                <a:solidFill>
                  <a:schemeClr val="lt1"/>
                </a:solidFill>
                <a:latin typeface="Syne"/>
                <a:ea typeface="Syne"/>
                <a:cs typeface="Syne"/>
                <a:sym typeface="Syne"/>
              </a:rPr>
              <a:t>Les difficultées rencontrées</a:t>
            </a:r>
            <a:endParaRPr b="1" sz="2000">
              <a:solidFill>
                <a:schemeClr val="lt1"/>
              </a:solidFill>
              <a:latin typeface="Syne"/>
              <a:ea typeface="Syne"/>
              <a:cs typeface="Syne"/>
              <a:sym typeface="Syne"/>
            </a:endParaRPr>
          </a:p>
          <a:p>
            <a:pPr indent="0" lvl="0" marL="0" rtl="0" algn="l">
              <a:spcBef>
                <a:spcPts val="0"/>
              </a:spcBef>
              <a:spcAft>
                <a:spcPts val="0"/>
              </a:spcAft>
              <a:buNone/>
            </a:pPr>
            <a:r>
              <a:t/>
            </a:r>
            <a:endParaRPr b="1" sz="2800">
              <a:solidFill>
                <a:schemeClr val="lt1"/>
              </a:solidFill>
              <a:latin typeface="Syne"/>
              <a:ea typeface="Syne"/>
              <a:cs typeface="Syne"/>
              <a:sym typeface="Syne"/>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5"/>
          <p:cNvSpPr txBox="1"/>
          <p:nvPr>
            <p:ph idx="2" type="body"/>
          </p:nvPr>
        </p:nvSpPr>
        <p:spPr>
          <a:xfrm>
            <a:off x="3512550" y="1403200"/>
            <a:ext cx="4634100" cy="31650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b="1" lang="fr" sz="1000">
                <a:solidFill>
                  <a:schemeClr val="dk1"/>
                </a:solidFill>
                <a:latin typeface="Inter"/>
                <a:ea typeface="Inter"/>
                <a:cs typeface="Inter"/>
                <a:sym typeface="Inter"/>
              </a:rPr>
              <a:t>Le plus apprécié</a:t>
            </a:r>
            <a:r>
              <a:rPr lang="fr" sz="1000">
                <a:solidFill>
                  <a:schemeClr val="dk1"/>
                </a:solidFill>
                <a:latin typeface="Inter"/>
                <a:ea typeface="Inter"/>
                <a:cs typeface="Inter"/>
                <a:sym typeface="Inter"/>
              </a:rPr>
              <a:t> : Microsoft 365 - (Teams, Suite Office, etc.) Largement en tête malgré le manque de formation spécifié, les outils de la suite Microsoft 365 sont fortement appréciés par </a:t>
            </a:r>
            <a:r>
              <a:rPr lang="fr" sz="1000">
                <a:solidFill>
                  <a:schemeClr val="dk1"/>
                </a:solidFill>
                <a:latin typeface="Inter"/>
                <a:ea typeface="Inter"/>
                <a:cs typeface="Inter"/>
                <a:sym typeface="Inter"/>
              </a:rPr>
              <a:t>l'ensemble</a:t>
            </a:r>
            <a:r>
              <a:rPr lang="fr" sz="1000">
                <a:solidFill>
                  <a:schemeClr val="dk1"/>
                </a:solidFill>
                <a:latin typeface="Inter"/>
                <a:ea typeface="Inter"/>
                <a:cs typeface="Inter"/>
                <a:sym typeface="Inter"/>
              </a:rPr>
              <a:t> du Cari. Ces outils vous offrent beaucoup de potentielles encore inexploités. 365 regorge </a:t>
            </a:r>
            <a:r>
              <a:rPr lang="fr" sz="1000">
                <a:solidFill>
                  <a:schemeClr val="dk1"/>
                </a:solidFill>
                <a:latin typeface="Inter"/>
                <a:ea typeface="Inter"/>
                <a:cs typeface="Inter"/>
                <a:sym typeface="Inter"/>
              </a:rPr>
              <a:t>d'application</a:t>
            </a:r>
            <a:r>
              <a:rPr lang="fr" sz="1000">
                <a:solidFill>
                  <a:schemeClr val="dk1"/>
                </a:solidFill>
                <a:latin typeface="Inter"/>
                <a:ea typeface="Inter"/>
                <a:cs typeface="Inter"/>
                <a:sym typeface="Inter"/>
              </a:rPr>
              <a:t> efficace qui s’intègre facilement. Comme ils sont de plus appréciés de l’équipe,  le retour sur investissement n’en sera qu’amélioré.  </a:t>
            </a:r>
            <a:endParaRPr sz="1000">
              <a:solidFill>
                <a:schemeClr val="dk1"/>
              </a:solidFill>
              <a:latin typeface="Inter"/>
              <a:ea typeface="Inter"/>
              <a:cs typeface="Inter"/>
              <a:sym typeface="Inter"/>
            </a:endParaRPr>
          </a:p>
          <a:p>
            <a:pPr indent="0" lvl="0" marL="0" rtl="0" algn="l">
              <a:spcBef>
                <a:spcPts val="1200"/>
              </a:spcBef>
              <a:spcAft>
                <a:spcPts val="0"/>
              </a:spcAft>
              <a:buNone/>
            </a:pPr>
            <a:r>
              <a:t/>
            </a:r>
            <a:endParaRPr sz="1000">
              <a:solidFill>
                <a:schemeClr val="dk1"/>
              </a:solidFill>
              <a:latin typeface="Inter"/>
              <a:ea typeface="Inter"/>
              <a:cs typeface="Inter"/>
              <a:sym typeface="Inter"/>
            </a:endParaRPr>
          </a:p>
          <a:p>
            <a:pPr indent="0" lvl="0" marL="0" rtl="0" algn="l">
              <a:spcBef>
                <a:spcPts val="1200"/>
              </a:spcBef>
              <a:spcAft>
                <a:spcPts val="0"/>
              </a:spcAft>
              <a:buNone/>
            </a:pPr>
            <a:r>
              <a:rPr b="1" lang="fr" sz="1000">
                <a:solidFill>
                  <a:schemeClr val="dk1"/>
                </a:solidFill>
                <a:latin typeface="Inter"/>
                <a:ea typeface="Inter"/>
                <a:cs typeface="Inter"/>
                <a:sym typeface="Inter"/>
              </a:rPr>
              <a:t>Le moins apprécié</a:t>
            </a:r>
            <a:r>
              <a:rPr lang="fr" sz="1000">
                <a:solidFill>
                  <a:schemeClr val="dk1"/>
                </a:solidFill>
                <a:latin typeface="Inter"/>
                <a:ea typeface="Inter"/>
                <a:cs typeface="Inter"/>
                <a:sym typeface="Inter"/>
              </a:rPr>
              <a:t> : Malgré son rôle central dans vos opérations, CERIGE</a:t>
            </a:r>
            <a:r>
              <a:rPr lang="fr" sz="1000">
                <a:solidFill>
                  <a:schemeClr val="dk1"/>
                </a:solidFill>
                <a:latin typeface="Inter"/>
                <a:ea typeface="Inter"/>
                <a:cs typeface="Inter"/>
                <a:sym typeface="Inter"/>
              </a:rPr>
              <a:t>S </a:t>
            </a:r>
            <a:r>
              <a:rPr lang="fr" sz="1000">
                <a:solidFill>
                  <a:schemeClr val="dk1"/>
                </a:solidFill>
                <a:latin typeface="Inter"/>
                <a:ea typeface="Inter"/>
                <a:cs typeface="Inter"/>
                <a:sym typeface="Inter"/>
              </a:rPr>
              <a:t>remporte la palme de l’outil le moins aimé. Ceci dit, a force d’en discuter, vous êtes tout de même capable de lui attribuer certaines qualités.  D’ailleurs vous n’êtes pas seul à éprouver des difficultés, l’organisme ALAC mentionne dans son rapport annuel de 2023-2024 des problèmes importants quant à la migration de CERIGES vers GSI. </a:t>
            </a:r>
            <a:endParaRPr sz="1000">
              <a:solidFill>
                <a:schemeClr val="dk1"/>
              </a:solidFill>
              <a:latin typeface="Inter"/>
              <a:ea typeface="Inter"/>
              <a:cs typeface="Inter"/>
              <a:sym typeface="Inter"/>
            </a:endParaRPr>
          </a:p>
          <a:p>
            <a:pPr indent="0" lvl="0" marL="0" rtl="0" algn="l">
              <a:spcBef>
                <a:spcPts val="1200"/>
              </a:spcBef>
              <a:spcAft>
                <a:spcPts val="1200"/>
              </a:spcAft>
              <a:buNone/>
            </a:pPr>
            <a:r>
              <a:t/>
            </a:r>
            <a:endParaRPr b="1" sz="1000">
              <a:solidFill>
                <a:schemeClr val="dk1"/>
              </a:solidFill>
              <a:latin typeface="Inter"/>
              <a:ea typeface="Inter"/>
              <a:cs typeface="Inter"/>
              <a:sym typeface="Inter"/>
            </a:endParaRPr>
          </a:p>
        </p:txBody>
      </p:sp>
      <p:sp>
        <p:nvSpPr>
          <p:cNvPr id="542" name="Google Shape;542;p45"/>
          <p:cNvSpPr txBox="1"/>
          <p:nvPr/>
        </p:nvSpPr>
        <p:spPr>
          <a:xfrm>
            <a:off x="811275" y="334525"/>
            <a:ext cx="13713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Best and worse</a:t>
            </a:r>
            <a:endParaRPr sz="900">
              <a:solidFill>
                <a:schemeClr val="lt1"/>
              </a:solidFill>
              <a:latin typeface="Inter"/>
              <a:ea typeface="Inter"/>
              <a:cs typeface="Inter"/>
              <a:sym typeface="Inter"/>
            </a:endParaRPr>
          </a:p>
        </p:txBody>
      </p:sp>
      <p:sp>
        <p:nvSpPr>
          <p:cNvPr id="543" name="Google Shape;543;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544" name="Google Shape;544;p45"/>
          <p:cNvSpPr/>
          <p:nvPr/>
        </p:nvSpPr>
        <p:spPr>
          <a:xfrm>
            <a:off x="270900" y="1403200"/>
            <a:ext cx="2610300" cy="3099900"/>
          </a:xfrm>
          <a:prstGeom prst="roundRect">
            <a:avLst>
              <a:gd fmla="val 2764"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545" name="Google Shape;545;p45"/>
          <p:cNvPicPr preferRelativeResize="0"/>
          <p:nvPr/>
        </p:nvPicPr>
        <p:blipFill rotWithShape="1">
          <a:blip r:embed="rId3">
            <a:alphaModFix/>
          </a:blip>
          <a:srcRect b="23669" l="11362" r="37062" t="25558"/>
          <a:stretch/>
        </p:blipFill>
        <p:spPr>
          <a:xfrm>
            <a:off x="566425" y="2095500"/>
            <a:ext cx="2314772" cy="2278774"/>
          </a:xfrm>
          <a:prstGeom prst="rect">
            <a:avLst/>
          </a:prstGeom>
          <a:noFill/>
          <a:ln>
            <a:noFill/>
          </a:ln>
        </p:spPr>
      </p:pic>
      <p:sp>
        <p:nvSpPr>
          <p:cNvPr id="546" name="Google Shape;546;p45"/>
          <p:cNvSpPr txBox="1"/>
          <p:nvPr/>
        </p:nvSpPr>
        <p:spPr>
          <a:xfrm>
            <a:off x="418650" y="1479900"/>
            <a:ext cx="23148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2000">
                <a:solidFill>
                  <a:schemeClr val="lt1"/>
                </a:solidFill>
                <a:latin typeface="Syne"/>
                <a:ea typeface="Syne"/>
                <a:cs typeface="Syne"/>
                <a:sym typeface="Syne"/>
              </a:rPr>
              <a:t>Logiciels outils</a:t>
            </a:r>
            <a:endParaRPr b="1" sz="2000">
              <a:solidFill>
                <a:schemeClr val="lt1"/>
              </a:solidFill>
              <a:latin typeface="Syne"/>
              <a:ea typeface="Syne"/>
              <a:cs typeface="Syne"/>
              <a:sym typeface="Syne"/>
            </a:endParaRPr>
          </a:p>
          <a:p>
            <a:pPr indent="0" lvl="0" marL="0" rtl="0" algn="l">
              <a:spcBef>
                <a:spcPts val="0"/>
              </a:spcBef>
              <a:spcAft>
                <a:spcPts val="0"/>
              </a:spcAft>
              <a:buNone/>
            </a:pPr>
            <a:r>
              <a:t/>
            </a:r>
            <a:endParaRPr b="1" sz="2800">
              <a:solidFill>
                <a:schemeClr val="lt1"/>
              </a:solidFill>
              <a:latin typeface="Syne"/>
              <a:ea typeface="Syne"/>
              <a:cs typeface="Syne"/>
              <a:sym typeface="Syn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6"/>
          <p:cNvSpPr txBox="1"/>
          <p:nvPr/>
        </p:nvSpPr>
        <p:spPr>
          <a:xfrm>
            <a:off x="811275" y="334525"/>
            <a:ext cx="13713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Best and worse</a:t>
            </a:r>
            <a:endParaRPr sz="900">
              <a:solidFill>
                <a:schemeClr val="lt1"/>
              </a:solidFill>
              <a:latin typeface="Inter"/>
              <a:ea typeface="Inter"/>
              <a:cs typeface="Inter"/>
              <a:sym typeface="Inter"/>
            </a:endParaRPr>
          </a:p>
        </p:txBody>
      </p:sp>
      <p:sp>
        <p:nvSpPr>
          <p:cNvPr id="552" name="Google Shape;552;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553" name="Google Shape;553;p46"/>
          <p:cNvSpPr/>
          <p:nvPr/>
        </p:nvSpPr>
        <p:spPr>
          <a:xfrm>
            <a:off x="270900" y="1403200"/>
            <a:ext cx="2610300" cy="3099900"/>
          </a:xfrm>
          <a:prstGeom prst="roundRect">
            <a:avLst>
              <a:gd fmla="val 2764"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554" name="Google Shape;554;p46"/>
          <p:cNvPicPr preferRelativeResize="0"/>
          <p:nvPr/>
        </p:nvPicPr>
        <p:blipFill rotWithShape="1">
          <a:blip r:embed="rId3">
            <a:alphaModFix/>
          </a:blip>
          <a:srcRect b="23669" l="11362" r="37062" t="25558"/>
          <a:stretch/>
        </p:blipFill>
        <p:spPr>
          <a:xfrm>
            <a:off x="566425" y="2095500"/>
            <a:ext cx="2314772" cy="2278774"/>
          </a:xfrm>
          <a:prstGeom prst="rect">
            <a:avLst/>
          </a:prstGeom>
          <a:noFill/>
          <a:ln>
            <a:noFill/>
          </a:ln>
        </p:spPr>
      </p:pic>
      <p:pic>
        <p:nvPicPr>
          <p:cNvPr id="555" name="Google Shape;555;p46"/>
          <p:cNvPicPr preferRelativeResize="0"/>
          <p:nvPr/>
        </p:nvPicPr>
        <p:blipFill>
          <a:blip r:embed="rId4">
            <a:alphaModFix/>
          </a:blip>
          <a:stretch>
            <a:fillRect/>
          </a:stretch>
        </p:blipFill>
        <p:spPr>
          <a:xfrm>
            <a:off x="3134125" y="1403200"/>
            <a:ext cx="4782694" cy="30999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7"/>
          <p:cNvSpPr txBox="1"/>
          <p:nvPr>
            <p:ph idx="2" type="body"/>
          </p:nvPr>
        </p:nvSpPr>
        <p:spPr>
          <a:xfrm>
            <a:off x="3512550" y="1403075"/>
            <a:ext cx="4310400" cy="3099900"/>
          </a:xfrm>
          <a:prstGeom prst="rect">
            <a:avLst/>
          </a:prstGeom>
        </p:spPr>
        <p:txBody>
          <a:bodyPr anchorCtr="0" anchor="ctr" bIns="91425" lIns="0" spcFirstLastPara="1" rIns="91425" wrap="square" tIns="91425">
            <a:noAutofit/>
          </a:bodyPr>
          <a:lstStyle/>
          <a:p>
            <a:pPr indent="0" lvl="0" marL="0" rtl="0" algn="l">
              <a:spcBef>
                <a:spcPts val="0"/>
              </a:spcBef>
              <a:spcAft>
                <a:spcPts val="0"/>
              </a:spcAft>
              <a:buNone/>
            </a:pPr>
            <a:r>
              <a:rPr lang="fr" sz="1000">
                <a:solidFill>
                  <a:schemeClr val="dk1"/>
                </a:solidFill>
                <a:latin typeface="Inter"/>
                <a:ea typeface="Inter"/>
                <a:cs typeface="Inter"/>
                <a:sym typeface="Inter"/>
              </a:rPr>
              <a:t>Malgré les signaux de résistances aux changements, selon les résultats de l’outils d’analyse des facteurs de collaboration de Wilder que nous vous avons fait compléter, vous êtes dans une </a:t>
            </a:r>
            <a:r>
              <a:rPr b="1" lang="fr" sz="1000">
                <a:solidFill>
                  <a:schemeClr val="dk1"/>
                </a:solidFill>
                <a:latin typeface="Inter"/>
                <a:ea typeface="Inter"/>
                <a:cs typeface="Inter"/>
                <a:sym typeface="Inter"/>
              </a:rPr>
              <a:t>position favorable</a:t>
            </a:r>
            <a:r>
              <a:rPr lang="fr" sz="1000">
                <a:solidFill>
                  <a:schemeClr val="dk1"/>
                </a:solidFill>
                <a:latin typeface="Inter"/>
                <a:ea typeface="Inter"/>
                <a:cs typeface="Inter"/>
                <a:sym typeface="Inter"/>
              </a:rPr>
              <a:t> à l’implantation de nouvelles technologies. Les </a:t>
            </a:r>
            <a:r>
              <a:rPr lang="fr" sz="1000">
                <a:solidFill>
                  <a:schemeClr val="dk1"/>
                </a:solidFill>
                <a:latin typeface="Inter"/>
                <a:ea typeface="Inter"/>
                <a:cs typeface="Inter"/>
                <a:sym typeface="Inter"/>
              </a:rPr>
              <a:t>piliers</a:t>
            </a:r>
            <a:r>
              <a:rPr lang="fr" sz="1000">
                <a:solidFill>
                  <a:schemeClr val="dk1"/>
                </a:solidFill>
                <a:latin typeface="Inter"/>
                <a:ea typeface="Inter"/>
                <a:cs typeface="Inter"/>
                <a:sym typeface="Inter"/>
              </a:rPr>
              <a:t> de la collaboration sont en place et améliorent les chances de réussites d’un projet d’implantation. </a:t>
            </a:r>
            <a:endParaRPr sz="1000">
              <a:solidFill>
                <a:schemeClr val="dk1"/>
              </a:solidFill>
              <a:latin typeface="Inter"/>
              <a:ea typeface="Inter"/>
              <a:cs typeface="Inter"/>
              <a:sym typeface="Inter"/>
            </a:endParaRPr>
          </a:p>
          <a:p>
            <a:pPr indent="0" lvl="0" marL="0" rtl="0" algn="l">
              <a:spcBef>
                <a:spcPts val="1200"/>
              </a:spcBef>
              <a:spcAft>
                <a:spcPts val="0"/>
              </a:spcAft>
              <a:buNone/>
            </a:pPr>
            <a:r>
              <a:rPr b="1" lang="fr" sz="1000">
                <a:solidFill>
                  <a:schemeClr val="dk1"/>
                </a:solidFill>
                <a:latin typeface="Inter"/>
                <a:ea typeface="Inter"/>
                <a:cs typeface="Inter"/>
                <a:sym typeface="Inter"/>
              </a:rPr>
              <a:t>Se doter d’un plan de collaboration clair</a:t>
            </a:r>
            <a:endParaRPr b="1" sz="1000">
              <a:solidFill>
                <a:schemeClr val="dk1"/>
              </a:solidFill>
              <a:latin typeface="Inter"/>
              <a:ea typeface="Inter"/>
              <a:cs typeface="Inter"/>
              <a:sym typeface="Inter"/>
            </a:endParaRPr>
          </a:p>
          <a:p>
            <a:pPr indent="0" lvl="0" marL="0" rtl="0" algn="l">
              <a:spcBef>
                <a:spcPts val="1200"/>
              </a:spcBef>
              <a:spcAft>
                <a:spcPts val="0"/>
              </a:spcAft>
              <a:buNone/>
            </a:pPr>
            <a:r>
              <a:rPr lang="fr" sz="1000">
                <a:solidFill>
                  <a:schemeClr val="dk1"/>
                </a:solidFill>
                <a:latin typeface="Inter"/>
                <a:ea typeface="Inter"/>
                <a:cs typeface="Inter"/>
                <a:sym typeface="Inter"/>
              </a:rPr>
              <a:t>Afin d’améliorer les chances de succès d’un projet numérique comme l’implantation d’un nouvel ERP, l’élaboration d’un plan de collaboration est un excellent outil. Vous trouverez ici un lien vers un gabarit que vous pourrez réutiliser à chaque fois que vous envisagez un nouveau projet. </a:t>
            </a:r>
            <a:endParaRPr sz="1000">
              <a:solidFill>
                <a:schemeClr val="dk1"/>
              </a:solidFill>
              <a:latin typeface="Inter"/>
              <a:ea typeface="Inter"/>
              <a:cs typeface="Inter"/>
              <a:sym typeface="Inter"/>
            </a:endParaRPr>
          </a:p>
          <a:p>
            <a:pPr indent="0" lvl="0" marL="0" rtl="0" algn="l">
              <a:spcBef>
                <a:spcPts val="1200"/>
              </a:spcBef>
              <a:spcAft>
                <a:spcPts val="1200"/>
              </a:spcAft>
              <a:buNone/>
            </a:pPr>
            <a:r>
              <a:rPr lang="fr" sz="1000">
                <a:solidFill>
                  <a:schemeClr val="dk1"/>
                </a:solidFill>
                <a:latin typeface="Inter"/>
                <a:ea typeface="Inter"/>
                <a:cs typeface="Inter"/>
                <a:sym typeface="Inter"/>
              </a:rPr>
              <a:t>Téléchargez le gabarit via ce lien : </a:t>
            </a:r>
            <a:r>
              <a:rPr lang="fr" sz="1000" u="sng">
                <a:solidFill>
                  <a:schemeClr val="hlink"/>
                </a:solidFill>
                <a:latin typeface="Inter"/>
                <a:ea typeface="Inter"/>
                <a:cs typeface="Inter"/>
                <a:sym typeface="Inter"/>
                <a:hlinkClick r:id="rId3"/>
              </a:rPr>
              <a:t>Plan de collaboration</a:t>
            </a:r>
            <a:endParaRPr sz="1000">
              <a:solidFill>
                <a:schemeClr val="dk1"/>
              </a:solidFill>
              <a:latin typeface="Inter"/>
              <a:ea typeface="Inter"/>
              <a:cs typeface="Inter"/>
              <a:sym typeface="Inter"/>
            </a:endParaRPr>
          </a:p>
        </p:txBody>
      </p:sp>
      <p:sp>
        <p:nvSpPr>
          <p:cNvPr id="561" name="Google Shape;561;p47"/>
          <p:cNvSpPr txBox="1"/>
          <p:nvPr/>
        </p:nvSpPr>
        <p:spPr>
          <a:xfrm>
            <a:off x="811275" y="334525"/>
            <a:ext cx="13713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700">
                <a:solidFill>
                  <a:schemeClr val="lt1"/>
                </a:solidFill>
                <a:latin typeface="Inter"/>
                <a:ea typeface="Inter"/>
                <a:cs typeface="Inter"/>
                <a:sym typeface="Inter"/>
              </a:rPr>
              <a:t>Outils d’analyse de Wilder</a:t>
            </a:r>
            <a:endParaRPr sz="700">
              <a:solidFill>
                <a:schemeClr val="lt1"/>
              </a:solidFill>
              <a:latin typeface="Inter"/>
              <a:ea typeface="Inter"/>
              <a:cs typeface="Inter"/>
              <a:sym typeface="Inter"/>
            </a:endParaRPr>
          </a:p>
        </p:txBody>
      </p:sp>
      <p:sp>
        <p:nvSpPr>
          <p:cNvPr id="562" name="Google Shape;56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563" name="Google Shape;563;p47"/>
          <p:cNvSpPr/>
          <p:nvPr/>
        </p:nvSpPr>
        <p:spPr>
          <a:xfrm>
            <a:off x="270900" y="1403200"/>
            <a:ext cx="2610300" cy="3099900"/>
          </a:xfrm>
          <a:prstGeom prst="roundRect">
            <a:avLst>
              <a:gd fmla="val 2764"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id="564" name="Google Shape;564;p47"/>
          <p:cNvPicPr preferRelativeResize="0"/>
          <p:nvPr/>
        </p:nvPicPr>
        <p:blipFill rotWithShape="1">
          <a:blip r:embed="rId4">
            <a:alphaModFix/>
          </a:blip>
          <a:srcRect b="777" l="0" r="0" t="777"/>
          <a:stretch/>
        </p:blipFill>
        <p:spPr>
          <a:xfrm>
            <a:off x="566425" y="2095500"/>
            <a:ext cx="2314772" cy="2278774"/>
          </a:xfrm>
          <a:prstGeom prst="rect">
            <a:avLst/>
          </a:prstGeom>
          <a:noFill/>
          <a:ln>
            <a:noFill/>
          </a:ln>
        </p:spPr>
      </p:pic>
      <p:sp>
        <p:nvSpPr>
          <p:cNvPr id="565" name="Google Shape;565;p47"/>
          <p:cNvSpPr txBox="1"/>
          <p:nvPr/>
        </p:nvSpPr>
        <p:spPr>
          <a:xfrm>
            <a:off x="434450" y="1573300"/>
            <a:ext cx="2063100" cy="61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600">
                <a:solidFill>
                  <a:schemeClr val="lt1"/>
                </a:solidFill>
                <a:latin typeface="Syne"/>
                <a:ea typeface="Syne"/>
                <a:cs typeface="Syne"/>
                <a:sym typeface="Syne"/>
              </a:rPr>
              <a:t>L’état actuel de la collaboration</a:t>
            </a:r>
            <a:endParaRPr b="1" sz="1600">
              <a:solidFill>
                <a:schemeClr val="lt1"/>
              </a:solidFill>
              <a:latin typeface="Syne"/>
              <a:ea typeface="Syne"/>
              <a:cs typeface="Syne"/>
              <a:sym typeface="Syne"/>
            </a:endParaRPr>
          </a:p>
          <a:p>
            <a:pPr indent="0" lvl="0" marL="0" rtl="0" algn="l">
              <a:spcBef>
                <a:spcPts val="0"/>
              </a:spcBef>
              <a:spcAft>
                <a:spcPts val="0"/>
              </a:spcAft>
              <a:buNone/>
            </a:pPr>
            <a:r>
              <a:t/>
            </a:r>
            <a:endParaRPr b="1" sz="2800">
              <a:solidFill>
                <a:schemeClr val="lt1"/>
              </a:solidFill>
              <a:latin typeface="Syne"/>
              <a:ea typeface="Syne"/>
              <a:cs typeface="Syne"/>
              <a:sym typeface="Syn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pic>
        <p:nvPicPr>
          <p:cNvPr id="570" name="Google Shape;570;p48" title="shutterstock_2603087397.jpg"/>
          <p:cNvPicPr preferRelativeResize="0"/>
          <p:nvPr>
            <p:ph idx="2" type="pic"/>
          </p:nvPr>
        </p:nvPicPr>
        <p:blipFill rotWithShape="1">
          <a:blip r:embed="rId3">
            <a:alphaModFix/>
          </a:blip>
          <a:srcRect b="0" l="20948" r="20942" t="0"/>
          <a:stretch/>
        </p:blipFill>
        <p:spPr>
          <a:xfrm>
            <a:off x="4432800" y="610200"/>
            <a:ext cx="4418100" cy="4276800"/>
          </a:xfrm>
          <a:prstGeom prst="roundRect">
            <a:avLst>
              <a:gd fmla="val 16667" name="adj"/>
            </a:avLst>
          </a:prstGeom>
        </p:spPr>
      </p:pic>
      <p:sp>
        <p:nvSpPr>
          <p:cNvPr id="571" name="Google Shape;571;p48"/>
          <p:cNvSpPr txBox="1"/>
          <p:nvPr>
            <p:ph type="title"/>
          </p:nvPr>
        </p:nvSpPr>
        <p:spPr>
          <a:xfrm>
            <a:off x="433675" y="2843550"/>
            <a:ext cx="3594300" cy="199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fr" sz="2500"/>
              <a:t>Recommandations</a:t>
            </a:r>
            <a:endParaRPr sz="2500"/>
          </a:p>
        </p:txBody>
      </p:sp>
      <p:sp>
        <p:nvSpPr>
          <p:cNvPr id="572" name="Google Shape;572;p48"/>
          <p:cNvSpPr txBox="1"/>
          <p:nvPr>
            <p:ph idx="1" type="subTitle"/>
          </p:nvPr>
        </p:nvSpPr>
        <p:spPr>
          <a:xfrm>
            <a:off x="433675" y="824025"/>
            <a:ext cx="2560800" cy="2760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fr"/>
              <a:t>Cari Saint-Laurent</a:t>
            </a:r>
            <a:endParaRPr/>
          </a:p>
        </p:txBody>
      </p:sp>
      <p:sp>
        <p:nvSpPr>
          <p:cNvPr id="573" name="Google Shape;573;p48"/>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Recommandations</a:t>
            </a:r>
            <a:endParaRPr sz="900">
              <a:solidFill>
                <a:schemeClr val="lt1"/>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49"/>
          <p:cNvSpPr txBox="1"/>
          <p:nvPr>
            <p:ph idx="2" type="title"/>
          </p:nvPr>
        </p:nvSpPr>
        <p:spPr>
          <a:xfrm>
            <a:off x="968200" y="907300"/>
            <a:ext cx="7100100" cy="33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1300"/>
              <a:t>On cherche à intégrer nos solutions dans la stratégie d’ensemble (y)</a:t>
            </a:r>
            <a:endParaRPr sz="1300"/>
          </a:p>
        </p:txBody>
      </p:sp>
      <p:pic>
        <p:nvPicPr>
          <p:cNvPr id="579" name="Google Shape;579;p49"/>
          <p:cNvPicPr preferRelativeResize="0"/>
          <p:nvPr/>
        </p:nvPicPr>
        <p:blipFill>
          <a:blip r:embed="rId3">
            <a:alphaModFix/>
          </a:blip>
          <a:stretch>
            <a:fillRect/>
          </a:stretch>
        </p:blipFill>
        <p:spPr>
          <a:xfrm>
            <a:off x="914450" y="1320988"/>
            <a:ext cx="7207602" cy="32423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0"/>
          <p:cNvSpPr txBox="1"/>
          <p:nvPr>
            <p:ph idx="2" type="title"/>
          </p:nvPr>
        </p:nvSpPr>
        <p:spPr>
          <a:xfrm>
            <a:off x="1021950" y="2214550"/>
            <a:ext cx="7100100" cy="113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1500"/>
              <a:t>Après avoir examiner l’ensemble de vos besoins et enjeux, on peut voir deux stratégies principales se dessiner. La stratégie que vous adopterez aura un impact important autant sur le plan financier, humain, qu’au niveau des services.</a:t>
            </a:r>
            <a:endParaRPr sz="1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1"/>
          <p:cNvSpPr txBox="1"/>
          <p:nvPr>
            <p:ph type="title"/>
          </p:nvPr>
        </p:nvSpPr>
        <p:spPr>
          <a:xfrm>
            <a:off x="1021950" y="1147338"/>
            <a:ext cx="71001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Progressif multi-solutions</a:t>
            </a:r>
            <a:endParaRPr/>
          </a:p>
        </p:txBody>
      </p:sp>
      <p:sp>
        <p:nvSpPr>
          <p:cNvPr id="590" name="Google Shape;590;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591" name="Google Shape;591;p51"/>
          <p:cNvSpPr txBox="1"/>
          <p:nvPr>
            <p:ph idx="2" type="title"/>
          </p:nvPr>
        </p:nvSpPr>
        <p:spPr>
          <a:xfrm>
            <a:off x="483575" y="2615700"/>
            <a:ext cx="18360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a:t>Choisir en fonction des forces d’une solution</a:t>
            </a:r>
            <a:endParaRPr/>
          </a:p>
          <a:p>
            <a:pPr indent="0" lvl="0" marL="0" rtl="0" algn="l">
              <a:spcBef>
                <a:spcPts val="0"/>
              </a:spcBef>
              <a:spcAft>
                <a:spcPts val="0"/>
              </a:spcAft>
              <a:buNone/>
            </a:pPr>
            <a:r>
              <a:t/>
            </a:r>
            <a:endParaRPr sz="1100"/>
          </a:p>
        </p:txBody>
      </p:sp>
      <p:sp>
        <p:nvSpPr>
          <p:cNvPr id="592" name="Google Shape;592;p51"/>
          <p:cNvSpPr txBox="1"/>
          <p:nvPr>
            <p:ph idx="1" type="body"/>
          </p:nvPr>
        </p:nvSpPr>
        <p:spPr>
          <a:xfrm>
            <a:off x="428675" y="2948725"/>
            <a:ext cx="1774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fr" sz="800"/>
              <a:t>Ce scénario permet de sélectionner avec soin chaque solution pour chaque besoin, évitant ainsi les compromis de performance que pourrait offrir une solution générale.  </a:t>
            </a:r>
            <a:endParaRPr sz="800"/>
          </a:p>
        </p:txBody>
      </p:sp>
      <p:sp>
        <p:nvSpPr>
          <p:cNvPr id="593" name="Google Shape;593;p51"/>
          <p:cNvSpPr txBox="1"/>
          <p:nvPr>
            <p:ph idx="2" type="title"/>
          </p:nvPr>
        </p:nvSpPr>
        <p:spPr>
          <a:xfrm>
            <a:off x="2634225" y="2615700"/>
            <a:ext cx="16998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sz="1100"/>
              <a:t>évolution douce</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t/>
            </a:r>
            <a:endParaRPr sz="1100"/>
          </a:p>
        </p:txBody>
      </p:sp>
      <p:sp>
        <p:nvSpPr>
          <p:cNvPr id="594" name="Google Shape;594;p51"/>
          <p:cNvSpPr txBox="1"/>
          <p:nvPr>
            <p:ph idx="1" type="body"/>
          </p:nvPr>
        </p:nvSpPr>
        <p:spPr>
          <a:xfrm>
            <a:off x="2520688" y="2831400"/>
            <a:ext cx="19464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800"/>
              <a:t>Grâce à cette approche, vous pouvez vous permettre d’y aller pas à pas, offrant ainsi du temps à votre équipe de s’adapter et d’apprendre comment utiliser les solutions au fur et à mesure qu’elles sont adoptées.</a:t>
            </a:r>
            <a:endParaRPr sz="800"/>
          </a:p>
          <a:p>
            <a:pPr indent="0" lvl="0" marL="0" rtl="0" algn="l">
              <a:spcBef>
                <a:spcPts val="1200"/>
              </a:spcBef>
              <a:spcAft>
                <a:spcPts val="0"/>
              </a:spcAft>
              <a:buNone/>
            </a:pPr>
            <a:r>
              <a:t/>
            </a:r>
            <a:endParaRPr sz="800"/>
          </a:p>
          <a:p>
            <a:pPr indent="0" lvl="0" marL="0" rtl="0" algn="l">
              <a:spcBef>
                <a:spcPts val="1200"/>
              </a:spcBef>
              <a:spcAft>
                <a:spcPts val="1200"/>
              </a:spcAft>
              <a:buNone/>
            </a:pPr>
            <a:r>
              <a:t/>
            </a:r>
            <a:endParaRPr sz="1000"/>
          </a:p>
        </p:txBody>
      </p:sp>
      <p:sp>
        <p:nvSpPr>
          <p:cNvPr id="595" name="Google Shape;595;p51"/>
          <p:cNvSpPr txBox="1"/>
          <p:nvPr>
            <p:ph idx="2" type="title"/>
          </p:nvPr>
        </p:nvSpPr>
        <p:spPr>
          <a:xfrm>
            <a:off x="4880925" y="2615700"/>
            <a:ext cx="16998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sz="1100"/>
              <a:t>limite les risques</a:t>
            </a:r>
            <a:endParaRPr sz="1100"/>
          </a:p>
          <a:p>
            <a:pPr indent="0" lvl="0" marL="0" rtl="0" algn="l">
              <a:spcBef>
                <a:spcPts val="0"/>
              </a:spcBef>
              <a:spcAft>
                <a:spcPts val="0"/>
              </a:spcAft>
              <a:buNone/>
            </a:pPr>
            <a:r>
              <a:t/>
            </a:r>
            <a:endParaRPr sz="1100"/>
          </a:p>
        </p:txBody>
      </p:sp>
      <p:sp>
        <p:nvSpPr>
          <p:cNvPr id="596" name="Google Shape;596;p51"/>
          <p:cNvSpPr txBox="1"/>
          <p:nvPr>
            <p:ph idx="1" type="body"/>
          </p:nvPr>
        </p:nvSpPr>
        <p:spPr>
          <a:xfrm>
            <a:off x="4784925" y="2787450"/>
            <a:ext cx="1774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800"/>
              <a:t>Implanter une solution générale pour l’ensemble de votre entreprise représente un grand risque que vous pourriez éviter en sélectionnant avec soin les solutions qui couvrent seulement vos besoins.</a:t>
            </a:r>
            <a:endParaRPr sz="800"/>
          </a:p>
          <a:p>
            <a:pPr indent="0" lvl="0" marL="0" rtl="0" algn="l">
              <a:spcBef>
                <a:spcPts val="1200"/>
              </a:spcBef>
              <a:spcAft>
                <a:spcPts val="0"/>
              </a:spcAft>
              <a:buNone/>
            </a:pPr>
            <a:r>
              <a:t/>
            </a:r>
            <a:endParaRPr sz="800"/>
          </a:p>
          <a:p>
            <a:pPr indent="0" lvl="0" marL="0" rtl="0" algn="l">
              <a:spcBef>
                <a:spcPts val="1200"/>
              </a:spcBef>
              <a:spcAft>
                <a:spcPts val="1200"/>
              </a:spcAft>
              <a:buNone/>
            </a:pPr>
            <a:r>
              <a:t/>
            </a:r>
            <a:endParaRPr sz="1000"/>
          </a:p>
        </p:txBody>
      </p:sp>
      <p:sp>
        <p:nvSpPr>
          <p:cNvPr id="597" name="Google Shape;597;p51"/>
          <p:cNvSpPr txBox="1"/>
          <p:nvPr>
            <p:ph idx="2" type="title"/>
          </p:nvPr>
        </p:nvSpPr>
        <p:spPr>
          <a:xfrm>
            <a:off x="6972825" y="2615700"/>
            <a:ext cx="17742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sz="1100"/>
              <a:t>intervention ciblé </a:t>
            </a:r>
            <a:endParaRPr sz="1100"/>
          </a:p>
          <a:p>
            <a:pPr indent="0" lvl="0" marL="0" rtl="0" algn="l">
              <a:spcBef>
                <a:spcPts val="0"/>
              </a:spcBef>
              <a:spcAft>
                <a:spcPts val="0"/>
              </a:spcAft>
              <a:buNone/>
            </a:pPr>
            <a:r>
              <a:t/>
            </a:r>
            <a:endParaRPr sz="1100"/>
          </a:p>
        </p:txBody>
      </p:sp>
      <p:sp>
        <p:nvSpPr>
          <p:cNvPr id="598" name="Google Shape;598;p51"/>
          <p:cNvSpPr txBox="1"/>
          <p:nvPr>
            <p:ph idx="1" type="body"/>
          </p:nvPr>
        </p:nvSpPr>
        <p:spPr>
          <a:xfrm>
            <a:off x="6876950" y="2787450"/>
            <a:ext cx="1870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800"/>
              <a:t>En travaillant avec le registre de solutions fourni avec ce rapport, vous pourrez gérer le choix et l’implantation des solutions en fonction des priorités et de la faisabilité du projet.</a:t>
            </a:r>
            <a:endParaRPr sz="800"/>
          </a:p>
          <a:p>
            <a:pPr indent="0" lvl="0" marL="0" rtl="0" algn="l">
              <a:spcBef>
                <a:spcPts val="1200"/>
              </a:spcBef>
              <a:spcAft>
                <a:spcPts val="1200"/>
              </a:spcAft>
              <a:buNone/>
            </a:pPr>
            <a:r>
              <a:t/>
            </a:r>
            <a:endParaRPr sz="1000"/>
          </a:p>
        </p:txBody>
      </p:sp>
      <p:sp>
        <p:nvSpPr>
          <p:cNvPr id="599" name="Google Shape;599;p51"/>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Stratégie A</a:t>
            </a:r>
            <a:endParaRPr sz="900">
              <a:solidFill>
                <a:schemeClr val="lt1"/>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2"/>
          <p:cNvSpPr txBox="1"/>
          <p:nvPr>
            <p:ph idx="2" type="title"/>
          </p:nvPr>
        </p:nvSpPr>
        <p:spPr>
          <a:xfrm>
            <a:off x="1021950" y="2214550"/>
            <a:ext cx="7100100" cy="113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2700" u="sng">
                <a:solidFill>
                  <a:schemeClr val="hlink"/>
                </a:solidFill>
                <a:hlinkClick r:id="rId3"/>
              </a:rPr>
              <a:t>Registre des besoins</a:t>
            </a:r>
            <a:endParaRPr sz="27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3"/>
          <p:cNvSpPr txBox="1"/>
          <p:nvPr>
            <p:ph type="title"/>
          </p:nvPr>
        </p:nvSpPr>
        <p:spPr>
          <a:xfrm>
            <a:off x="1021950" y="1147338"/>
            <a:ext cx="71001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T</a:t>
            </a:r>
            <a:r>
              <a:rPr lang="fr"/>
              <a:t>ransformationnel unique</a:t>
            </a:r>
            <a:endParaRPr/>
          </a:p>
        </p:txBody>
      </p:sp>
      <p:sp>
        <p:nvSpPr>
          <p:cNvPr id="610" name="Google Shape;610;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
        <p:nvSpPr>
          <p:cNvPr id="611" name="Google Shape;611;p53"/>
          <p:cNvSpPr txBox="1"/>
          <p:nvPr>
            <p:ph idx="2" type="title"/>
          </p:nvPr>
        </p:nvSpPr>
        <p:spPr>
          <a:xfrm>
            <a:off x="483575" y="2615700"/>
            <a:ext cx="18360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sz="900"/>
              <a:t>Grand volume de fonctionnalités intégrés</a:t>
            </a:r>
            <a:endParaRPr sz="900"/>
          </a:p>
          <a:p>
            <a:pPr indent="0" lvl="0" marL="0" rtl="0" algn="l">
              <a:spcBef>
                <a:spcPts val="0"/>
              </a:spcBef>
              <a:spcAft>
                <a:spcPts val="0"/>
              </a:spcAft>
              <a:buNone/>
            </a:pPr>
            <a:r>
              <a:t/>
            </a:r>
            <a:endParaRPr sz="900"/>
          </a:p>
          <a:p>
            <a:pPr indent="0" lvl="0" marL="0" rtl="0" algn="l">
              <a:spcBef>
                <a:spcPts val="0"/>
              </a:spcBef>
              <a:spcAft>
                <a:spcPts val="0"/>
              </a:spcAft>
              <a:buNone/>
            </a:pPr>
            <a:r>
              <a:t/>
            </a:r>
            <a:endParaRPr/>
          </a:p>
        </p:txBody>
      </p:sp>
      <p:sp>
        <p:nvSpPr>
          <p:cNvPr id="612" name="Google Shape;612;p53"/>
          <p:cNvSpPr txBox="1"/>
          <p:nvPr>
            <p:ph idx="1" type="body"/>
          </p:nvPr>
        </p:nvSpPr>
        <p:spPr>
          <a:xfrm>
            <a:off x="428675" y="2928000"/>
            <a:ext cx="1774200" cy="152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700"/>
              <a:t>Ce type de solution offre une panoplie de fonctionnalités dans un seul écosystème. Il peut donc offrir une valeure intéressante. </a:t>
            </a:r>
            <a:endParaRPr sz="700"/>
          </a:p>
          <a:p>
            <a:pPr indent="0" lvl="0" marL="0" rtl="0" algn="l">
              <a:spcBef>
                <a:spcPts val="1200"/>
              </a:spcBef>
              <a:spcAft>
                <a:spcPts val="1200"/>
              </a:spcAft>
              <a:buNone/>
            </a:pPr>
            <a:r>
              <a:rPr lang="fr" sz="700"/>
              <a:t>Toutefois, il est possible que vous n’ayez pas besoins de tout ce qui est offert dans ces solutions et que vous vous retrouviez à ne pas tirer profit de </a:t>
            </a:r>
            <a:r>
              <a:rPr lang="fr" sz="700"/>
              <a:t>votre</a:t>
            </a:r>
            <a:r>
              <a:rPr lang="fr" sz="700"/>
              <a:t> </a:t>
            </a:r>
            <a:r>
              <a:rPr lang="fr" sz="700"/>
              <a:t>investissement</a:t>
            </a:r>
            <a:r>
              <a:rPr lang="fr" sz="700"/>
              <a:t>. </a:t>
            </a:r>
            <a:endParaRPr/>
          </a:p>
        </p:txBody>
      </p:sp>
      <p:sp>
        <p:nvSpPr>
          <p:cNvPr id="613" name="Google Shape;613;p53"/>
          <p:cNvSpPr txBox="1"/>
          <p:nvPr>
            <p:ph idx="2" type="title"/>
          </p:nvPr>
        </p:nvSpPr>
        <p:spPr>
          <a:xfrm>
            <a:off x="2634225" y="2615700"/>
            <a:ext cx="16998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a:t>Processus éprouvés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4" name="Google Shape;614;p53"/>
          <p:cNvSpPr txBox="1"/>
          <p:nvPr>
            <p:ph idx="1" type="body"/>
          </p:nvPr>
        </p:nvSpPr>
        <p:spPr>
          <a:xfrm>
            <a:off x="2520700" y="2831400"/>
            <a:ext cx="1870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700"/>
              <a:t>Les grandes solutions intégrés fonctionne souvent sur des processus testés et </a:t>
            </a:r>
            <a:r>
              <a:rPr lang="fr" sz="700"/>
              <a:t>éprouvés depuis longtemps. </a:t>
            </a:r>
            <a:endParaRPr sz="700"/>
          </a:p>
          <a:p>
            <a:pPr indent="0" lvl="0" marL="0" rtl="0" algn="l">
              <a:spcBef>
                <a:spcPts val="1200"/>
              </a:spcBef>
              <a:spcAft>
                <a:spcPts val="0"/>
              </a:spcAft>
              <a:buNone/>
            </a:pPr>
            <a:r>
              <a:rPr lang="fr" sz="700"/>
              <a:t>Par contre, il peut être contre productif de revoir des processus qui fonctionnent déjà bien dans votre entreprise. </a:t>
            </a:r>
            <a:endParaRPr sz="700"/>
          </a:p>
          <a:p>
            <a:pPr indent="0" lvl="0" marL="0" rtl="0" algn="l">
              <a:spcBef>
                <a:spcPts val="1200"/>
              </a:spcBef>
              <a:spcAft>
                <a:spcPts val="1200"/>
              </a:spcAft>
              <a:buNone/>
            </a:pPr>
            <a:r>
              <a:t/>
            </a:r>
            <a:endParaRPr/>
          </a:p>
        </p:txBody>
      </p:sp>
      <p:sp>
        <p:nvSpPr>
          <p:cNvPr id="615" name="Google Shape;615;p53"/>
          <p:cNvSpPr txBox="1"/>
          <p:nvPr>
            <p:ph idx="2" type="title"/>
          </p:nvPr>
        </p:nvSpPr>
        <p:spPr>
          <a:xfrm>
            <a:off x="4803525" y="2615700"/>
            <a:ext cx="16998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a:t>Gestion du risque </a:t>
            </a:r>
            <a:endParaRPr/>
          </a:p>
          <a:p>
            <a:pPr indent="0" lvl="0" marL="0" rtl="0" algn="l">
              <a:spcBef>
                <a:spcPts val="0"/>
              </a:spcBef>
              <a:spcAft>
                <a:spcPts val="0"/>
              </a:spcAft>
              <a:buNone/>
            </a:pPr>
            <a:r>
              <a:t/>
            </a:r>
            <a:endParaRPr/>
          </a:p>
        </p:txBody>
      </p:sp>
      <p:sp>
        <p:nvSpPr>
          <p:cNvPr id="616" name="Google Shape;616;p53"/>
          <p:cNvSpPr txBox="1"/>
          <p:nvPr>
            <p:ph idx="1" type="body"/>
          </p:nvPr>
        </p:nvSpPr>
        <p:spPr>
          <a:xfrm>
            <a:off x="4729650" y="2734800"/>
            <a:ext cx="1870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700"/>
              <a:t>L’implémentation d’une nouvelle solution générale type CRM/ERP pour représenter un grand risque pour votre entreprise. </a:t>
            </a:r>
            <a:endParaRPr sz="700"/>
          </a:p>
          <a:p>
            <a:pPr indent="0" lvl="0" marL="0" rtl="0" algn="l">
              <a:spcBef>
                <a:spcPts val="1200"/>
              </a:spcBef>
              <a:spcAft>
                <a:spcPts val="0"/>
              </a:spcAft>
              <a:buNone/>
            </a:pPr>
            <a:r>
              <a:rPr lang="fr" sz="700"/>
              <a:t>Votre objectif étant d’innover le parcours client, vous devrez passer par la transformation de vos processus opérationnels pour éventuellement </a:t>
            </a:r>
            <a:r>
              <a:rPr lang="fr" sz="700"/>
              <a:t>parvenir</a:t>
            </a:r>
            <a:r>
              <a:rPr lang="fr" sz="700"/>
              <a:t> à offrir les fruits de cette transformation à vos usagers. Cette approche n’est pas sans risques.</a:t>
            </a:r>
            <a:endParaRPr sz="700"/>
          </a:p>
          <a:p>
            <a:pPr indent="0" lvl="0" marL="0" rtl="0" algn="l">
              <a:spcBef>
                <a:spcPts val="1200"/>
              </a:spcBef>
              <a:spcAft>
                <a:spcPts val="1200"/>
              </a:spcAft>
              <a:buNone/>
            </a:pPr>
            <a:r>
              <a:t/>
            </a:r>
            <a:endParaRPr/>
          </a:p>
        </p:txBody>
      </p:sp>
      <p:sp>
        <p:nvSpPr>
          <p:cNvPr id="617" name="Google Shape;617;p53"/>
          <p:cNvSpPr txBox="1"/>
          <p:nvPr>
            <p:ph idx="2" type="title"/>
          </p:nvPr>
        </p:nvSpPr>
        <p:spPr>
          <a:xfrm>
            <a:off x="6972825" y="2615700"/>
            <a:ext cx="1774200" cy="2157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fr"/>
              <a:t>Dépendance </a:t>
            </a:r>
            <a:endParaRPr/>
          </a:p>
          <a:p>
            <a:pPr indent="0" lvl="0" marL="0" rtl="0" algn="l">
              <a:spcBef>
                <a:spcPts val="0"/>
              </a:spcBef>
              <a:spcAft>
                <a:spcPts val="0"/>
              </a:spcAft>
              <a:buNone/>
            </a:pPr>
            <a:r>
              <a:t/>
            </a:r>
            <a:endParaRPr/>
          </a:p>
        </p:txBody>
      </p:sp>
      <p:sp>
        <p:nvSpPr>
          <p:cNvPr id="618" name="Google Shape;618;p53"/>
          <p:cNvSpPr txBox="1"/>
          <p:nvPr>
            <p:ph idx="1" type="body"/>
          </p:nvPr>
        </p:nvSpPr>
        <p:spPr>
          <a:xfrm>
            <a:off x="6876950" y="2787450"/>
            <a:ext cx="1774200" cy="1714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700"/>
              <a:t>En concentrant vos activitées dans une seule solution, vous </a:t>
            </a:r>
            <a:r>
              <a:rPr lang="fr" sz="700"/>
              <a:t>augmenter</a:t>
            </a:r>
            <a:r>
              <a:rPr lang="fr" sz="700"/>
              <a:t> votre dépendance à une fournisseur de services. </a:t>
            </a:r>
            <a:endParaRPr sz="700"/>
          </a:p>
          <a:p>
            <a:pPr indent="0" lvl="0" marL="0" rtl="0" algn="l">
              <a:spcBef>
                <a:spcPts val="1200"/>
              </a:spcBef>
              <a:spcAft>
                <a:spcPts val="0"/>
              </a:spcAft>
              <a:buNone/>
            </a:pPr>
            <a:r>
              <a:rPr lang="fr" sz="700"/>
              <a:t>Par exemple, vous devrez donc assumer que si votre système est en panne, il le sera pour l’ensemble de vos processus et </a:t>
            </a:r>
            <a:r>
              <a:rPr lang="fr" sz="700"/>
              <a:t>affecte</a:t>
            </a:r>
            <a:r>
              <a:rPr lang="fr" sz="700"/>
              <a:t> toute votre équipe. </a:t>
            </a:r>
            <a:endParaRPr sz="700"/>
          </a:p>
          <a:p>
            <a:pPr indent="0" lvl="0" marL="0" rtl="0" algn="l">
              <a:spcBef>
                <a:spcPts val="1200"/>
              </a:spcBef>
              <a:spcAft>
                <a:spcPts val="1200"/>
              </a:spcAft>
              <a:buNone/>
            </a:pPr>
            <a:r>
              <a:t/>
            </a:r>
            <a:endParaRPr/>
          </a:p>
        </p:txBody>
      </p:sp>
      <p:sp>
        <p:nvSpPr>
          <p:cNvPr id="619" name="Google Shape;619;p53"/>
          <p:cNvSpPr txBox="1"/>
          <p:nvPr/>
        </p:nvSpPr>
        <p:spPr>
          <a:xfrm>
            <a:off x="885550" y="334525"/>
            <a:ext cx="124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900">
                <a:solidFill>
                  <a:schemeClr val="lt1"/>
                </a:solidFill>
                <a:latin typeface="Inter"/>
                <a:ea typeface="Inter"/>
                <a:cs typeface="Inter"/>
                <a:sym typeface="Inter"/>
              </a:rPr>
              <a:t>Stratégie B</a:t>
            </a:r>
            <a:endParaRPr sz="900">
              <a:solidFill>
                <a:schemeClr val="lt1"/>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54"/>
          <p:cNvSpPr/>
          <p:nvPr/>
        </p:nvSpPr>
        <p:spPr>
          <a:xfrm>
            <a:off x="3438900" y="1610600"/>
            <a:ext cx="2613900" cy="3213900"/>
          </a:xfrm>
          <a:prstGeom prst="roundRect">
            <a:avLst>
              <a:gd fmla="val 320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Inter"/>
                <a:ea typeface="Inter"/>
                <a:cs typeface="Inter"/>
                <a:sym typeface="Inter"/>
              </a:rPr>
              <a:t>    </a:t>
            </a:r>
            <a:endParaRPr>
              <a:latin typeface="Inter"/>
              <a:ea typeface="Inter"/>
              <a:cs typeface="Inter"/>
              <a:sym typeface="Inter"/>
            </a:endParaRPr>
          </a:p>
        </p:txBody>
      </p:sp>
      <p:sp>
        <p:nvSpPr>
          <p:cNvPr id="625" name="Google Shape;625;p54"/>
          <p:cNvSpPr/>
          <p:nvPr/>
        </p:nvSpPr>
        <p:spPr>
          <a:xfrm>
            <a:off x="6140100" y="1610600"/>
            <a:ext cx="2613900" cy="3213900"/>
          </a:xfrm>
          <a:prstGeom prst="roundRect">
            <a:avLst>
              <a:gd fmla="val 3202"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latin typeface="Inter"/>
                <a:ea typeface="Inter"/>
                <a:cs typeface="Inter"/>
                <a:sym typeface="Inter"/>
              </a:rPr>
              <a:t> </a:t>
            </a:r>
            <a:endParaRPr>
              <a:latin typeface="Inter"/>
              <a:ea typeface="Inter"/>
              <a:cs typeface="Inter"/>
              <a:sym typeface="Inter"/>
            </a:endParaRPr>
          </a:p>
        </p:txBody>
      </p:sp>
      <p:sp>
        <p:nvSpPr>
          <p:cNvPr id="626" name="Google Shape;626;p54"/>
          <p:cNvSpPr/>
          <p:nvPr/>
        </p:nvSpPr>
        <p:spPr>
          <a:xfrm>
            <a:off x="395400" y="1610600"/>
            <a:ext cx="2956200" cy="3213900"/>
          </a:xfrm>
          <a:prstGeom prst="roundRect">
            <a:avLst>
              <a:gd fmla="val 3515"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627" name="Google Shape;627;p54"/>
          <p:cNvSpPr/>
          <p:nvPr/>
        </p:nvSpPr>
        <p:spPr>
          <a:xfrm>
            <a:off x="395400" y="627420"/>
            <a:ext cx="2956200" cy="935100"/>
          </a:xfrm>
          <a:prstGeom prst="roundRect">
            <a:avLst>
              <a:gd fmla="val 4573"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628" name="Google Shape;628;p54"/>
          <p:cNvSpPr txBox="1"/>
          <p:nvPr/>
        </p:nvSpPr>
        <p:spPr>
          <a:xfrm>
            <a:off x="566400" y="3636025"/>
            <a:ext cx="1428900" cy="19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100">
                <a:solidFill>
                  <a:srgbClr val="75F0FB"/>
                </a:solidFill>
                <a:latin typeface="Syne"/>
                <a:ea typeface="Syne"/>
                <a:cs typeface="Syne"/>
                <a:sym typeface="Syne"/>
              </a:rPr>
              <a:t>Limites</a:t>
            </a:r>
            <a:endParaRPr b="1" sz="1100">
              <a:solidFill>
                <a:srgbClr val="F3F3F3"/>
              </a:solidFill>
              <a:latin typeface="Syne"/>
              <a:ea typeface="Syne"/>
              <a:cs typeface="Syne"/>
              <a:sym typeface="Syne"/>
            </a:endParaRPr>
          </a:p>
        </p:txBody>
      </p:sp>
      <p:sp>
        <p:nvSpPr>
          <p:cNvPr id="629" name="Google Shape;629;p54"/>
          <p:cNvSpPr txBox="1"/>
          <p:nvPr/>
        </p:nvSpPr>
        <p:spPr>
          <a:xfrm>
            <a:off x="3536250" y="3636025"/>
            <a:ext cx="1428900" cy="19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100">
                <a:solidFill>
                  <a:srgbClr val="75F0FB"/>
                </a:solidFill>
                <a:latin typeface="Syne"/>
                <a:ea typeface="Syne"/>
                <a:cs typeface="Syne"/>
                <a:sym typeface="Syne"/>
              </a:rPr>
              <a:t>Limites</a:t>
            </a:r>
            <a:endParaRPr b="1" sz="1100">
              <a:solidFill>
                <a:srgbClr val="75F0FB"/>
              </a:solidFill>
              <a:latin typeface="Syne"/>
              <a:ea typeface="Syne"/>
              <a:cs typeface="Syne"/>
              <a:sym typeface="Syne"/>
            </a:endParaRPr>
          </a:p>
        </p:txBody>
      </p:sp>
      <p:sp>
        <p:nvSpPr>
          <p:cNvPr id="630" name="Google Shape;630;p54"/>
          <p:cNvSpPr txBox="1"/>
          <p:nvPr/>
        </p:nvSpPr>
        <p:spPr>
          <a:xfrm>
            <a:off x="6250350" y="3636025"/>
            <a:ext cx="1428900" cy="19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100">
                <a:solidFill>
                  <a:srgbClr val="75F0FB"/>
                </a:solidFill>
                <a:latin typeface="Syne"/>
                <a:ea typeface="Syne"/>
                <a:cs typeface="Syne"/>
                <a:sym typeface="Syne"/>
              </a:rPr>
              <a:t>Limites</a:t>
            </a:r>
            <a:endParaRPr b="1" sz="1100">
              <a:solidFill>
                <a:srgbClr val="75F0FB"/>
              </a:solidFill>
              <a:latin typeface="Syne"/>
              <a:ea typeface="Syne"/>
              <a:cs typeface="Syne"/>
              <a:sym typeface="Syne"/>
            </a:endParaRPr>
          </a:p>
        </p:txBody>
      </p:sp>
      <p:sp>
        <p:nvSpPr>
          <p:cNvPr id="631" name="Google Shape;631;p54"/>
          <p:cNvSpPr txBox="1"/>
          <p:nvPr/>
        </p:nvSpPr>
        <p:spPr>
          <a:xfrm>
            <a:off x="525175" y="834325"/>
            <a:ext cx="2484000" cy="252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Syne"/>
                <a:ea typeface="Syne"/>
                <a:cs typeface="Syne"/>
                <a:sym typeface="Syne"/>
              </a:rPr>
              <a:t>Zoho One / Zoho CRM </a:t>
            </a:r>
            <a:endParaRPr b="1" sz="1300">
              <a:solidFill>
                <a:schemeClr val="lt1"/>
              </a:solidFill>
              <a:latin typeface="Syne"/>
              <a:ea typeface="Syne"/>
              <a:cs typeface="Syne"/>
              <a:sym typeface="Syne"/>
            </a:endParaRPr>
          </a:p>
          <a:p>
            <a:pPr indent="0" lvl="0" marL="0" rtl="0" algn="l">
              <a:spcBef>
                <a:spcPts val="0"/>
              </a:spcBef>
              <a:spcAft>
                <a:spcPts val="0"/>
              </a:spcAft>
              <a:buNone/>
            </a:pPr>
            <a:r>
              <a:t/>
            </a:r>
            <a:endParaRPr b="1" sz="1300">
              <a:solidFill>
                <a:schemeClr val="lt1"/>
              </a:solidFill>
              <a:latin typeface="Syne"/>
              <a:ea typeface="Syne"/>
              <a:cs typeface="Syne"/>
              <a:sym typeface="Syne"/>
            </a:endParaRPr>
          </a:p>
        </p:txBody>
      </p:sp>
      <p:sp>
        <p:nvSpPr>
          <p:cNvPr id="632" name="Google Shape;632;p54"/>
          <p:cNvSpPr txBox="1"/>
          <p:nvPr/>
        </p:nvSpPr>
        <p:spPr>
          <a:xfrm>
            <a:off x="566400" y="1847250"/>
            <a:ext cx="1428900" cy="19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100">
                <a:solidFill>
                  <a:srgbClr val="75F0FB"/>
                </a:solidFill>
                <a:latin typeface="Syne"/>
                <a:ea typeface="Syne"/>
                <a:cs typeface="Syne"/>
                <a:sym typeface="Syne"/>
              </a:rPr>
              <a:t>Points forts</a:t>
            </a:r>
            <a:endParaRPr b="1" sz="1100">
              <a:solidFill>
                <a:srgbClr val="F3F3F3"/>
              </a:solidFill>
              <a:latin typeface="Syne"/>
              <a:ea typeface="Syne"/>
              <a:cs typeface="Syne"/>
              <a:sym typeface="Syne"/>
            </a:endParaRPr>
          </a:p>
        </p:txBody>
      </p:sp>
      <p:sp>
        <p:nvSpPr>
          <p:cNvPr id="633" name="Google Shape;633;p54"/>
          <p:cNvSpPr txBox="1"/>
          <p:nvPr/>
        </p:nvSpPr>
        <p:spPr>
          <a:xfrm>
            <a:off x="767475" y="334525"/>
            <a:ext cx="1456200" cy="144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800">
                <a:solidFill>
                  <a:schemeClr val="lt1"/>
                </a:solidFill>
                <a:latin typeface="Inter"/>
                <a:ea typeface="Inter"/>
                <a:cs typeface="Inter"/>
                <a:sym typeface="Inter"/>
              </a:rPr>
              <a:t>Les solutions potentielles</a:t>
            </a:r>
            <a:endParaRPr sz="800">
              <a:solidFill>
                <a:schemeClr val="lt1"/>
              </a:solidFill>
              <a:latin typeface="Inter"/>
              <a:ea typeface="Inter"/>
              <a:cs typeface="Inter"/>
              <a:sym typeface="Inter"/>
            </a:endParaRPr>
          </a:p>
        </p:txBody>
      </p:sp>
      <p:sp>
        <p:nvSpPr>
          <p:cNvPr id="634" name="Google Shape;634;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sz="1100"/>
              <a:t>‹#›</a:t>
            </a:fld>
            <a:endParaRPr sz="1100"/>
          </a:p>
        </p:txBody>
      </p:sp>
      <p:sp>
        <p:nvSpPr>
          <p:cNvPr id="635" name="Google Shape;635;p54"/>
          <p:cNvSpPr/>
          <p:nvPr/>
        </p:nvSpPr>
        <p:spPr>
          <a:xfrm>
            <a:off x="3438900" y="627420"/>
            <a:ext cx="2613900" cy="935100"/>
          </a:xfrm>
          <a:prstGeom prst="roundRect">
            <a:avLst>
              <a:gd fmla="val 4573"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636" name="Google Shape;636;p54"/>
          <p:cNvSpPr/>
          <p:nvPr/>
        </p:nvSpPr>
        <p:spPr>
          <a:xfrm>
            <a:off x="6140100" y="627420"/>
            <a:ext cx="2613900" cy="935100"/>
          </a:xfrm>
          <a:prstGeom prst="roundRect">
            <a:avLst>
              <a:gd fmla="val 4573" name="adj"/>
            </a:avLst>
          </a:prstGeom>
          <a:solidFill>
            <a:srgbClr val="14243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a:solidFill>
                  <a:schemeClr val="dk1"/>
                </a:solidFill>
                <a:latin typeface="Inter"/>
                <a:ea typeface="Inter"/>
                <a:cs typeface="Inter"/>
                <a:sym typeface="Inter"/>
              </a:rPr>
              <a:t> </a:t>
            </a:r>
            <a:endParaRPr>
              <a:solidFill>
                <a:schemeClr val="dk1"/>
              </a:solidFill>
              <a:latin typeface="Inter"/>
              <a:ea typeface="Inter"/>
              <a:cs typeface="Inter"/>
              <a:sym typeface="Inter"/>
            </a:endParaRPr>
          </a:p>
        </p:txBody>
      </p:sp>
      <p:sp>
        <p:nvSpPr>
          <p:cNvPr id="637" name="Google Shape;637;p54"/>
          <p:cNvSpPr txBox="1"/>
          <p:nvPr/>
        </p:nvSpPr>
        <p:spPr>
          <a:xfrm>
            <a:off x="3536250" y="716388"/>
            <a:ext cx="1542600" cy="33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Syne"/>
                <a:ea typeface="Syne"/>
                <a:cs typeface="Syne"/>
                <a:sym typeface="Syne"/>
              </a:rPr>
              <a:t>Odoo</a:t>
            </a:r>
            <a:endParaRPr b="1" sz="1300">
              <a:solidFill>
                <a:schemeClr val="lt1"/>
              </a:solidFill>
              <a:latin typeface="Syne"/>
              <a:ea typeface="Syne"/>
              <a:cs typeface="Syne"/>
              <a:sym typeface="Syne"/>
            </a:endParaRPr>
          </a:p>
        </p:txBody>
      </p:sp>
      <p:sp>
        <p:nvSpPr>
          <p:cNvPr id="638" name="Google Shape;638;p54"/>
          <p:cNvSpPr txBox="1"/>
          <p:nvPr/>
        </p:nvSpPr>
        <p:spPr>
          <a:xfrm>
            <a:off x="6250350" y="793376"/>
            <a:ext cx="1542600" cy="33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Syne"/>
                <a:ea typeface="Syne"/>
                <a:cs typeface="Syne"/>
                <a:sym typeface="Syne"/>
              </a:rPr>
              <a:t>Salesforce</a:t>
            </a:r>
            <a:endParaRPr b="1" sz="1300">
              <a:solidFill>
                <a:schemeClr val="lt1"/>
              </a:solidFill>
              <a:latin typeface="Syne"/>
              <a:ea typeface="Syne"/>
              <a:cs typeface="Syne"/>
              <a:sym typeface="Syne"/>
            </a:endParaRPr>
          </a:p>
          <a:p>
            <a:pPr indent="0" lvl="0" marL="0" rtl="0" algn="l">
              <a:spcBef>
                <a:spcPts val="0"/>
              </a:spcBef>
              <a:spcAft>
                <a:spcPts val="0"/>
              </a:spcAft>
              <a:buNone/>
            </a:pPr>
            <a:r>
              <a:t/>
            </a:r>
            <a:endParaRPr b="1" sz="1300">
              <a:solidFill>
                <a:schemeClr val="lt1"/>
              </a:solidFill>
              <a:latin typeface="Syne"/>
              <a:ea typeface="Syne"/>
              <a:cs typeface="Syne"/>
              <a:sym typeface="Syne"/>
            </a:endParaRPr>
          </a:p>
        </p:txBody>
      </p:sp>
      <p:sp>
        <p:nvSpPr>
          <p:cNvPr id="639" name="Google Shape;639;p54"/>
          <p:cNvSpPr txBox="1"/>
          <p:nvPr/>
        </p:nvSpPr>
        <p:spPr>
          <a:xfrm>
            <a:off x="3536250" y="1847250"/>
            <a:ext cx="1428900" cy="19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100">
                <a:solidFill>
                  <a:srgbClr val="75F0FB"/>
                </a:solidFill>
                <a:latin typeface="Syne"/>
                <a:ea typeface="Syne"/>
                <a:cs typeface="Syne"/>
                <a:sym typeface="Syne"/>
              </a:rPr>
              <a:t>Points forts</a:t>
            </a:r>
            <a:endParaRPr b="1" sz="1100">
              <a:solidFill>
                <a:srgbClr val="75F0FB"/>
              </a:solidFill>
              <a:latin typeface="Syne"/>
              <a:ea typeface="Syne"/>
              <a:cs typeface="Syne"/>
              <a:sym typeface="Syne"/>
            </a:endParaRPr>
          </a:p>
        </p:txBody>
      </p:sp>
      <p:sp>
        <p:nvSpPr>
          <p:cNvPr id="640" name="Google Shape;640;p54"/>
          <p:cNvSpPr txBox="1"/>
          <p:nvPr/>
        </p:nvSpPr>
        <p:spPr>
          <a:xfrm>
            <a:off x="6250350" y="1847275"/>
            <a:ext cx="1428900" cy="1929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1100">
                <a:solidFill>
                  <a:srgbClr val="75F0FB"/>
                </a:solidFill>
                <a:latin typeface="Syne"/>
                <a:ea typeface="Syne"/>
                <a:cs typeface="Syne"/>
                <a:sym typeface="Syne"/>
              </a:rPr>
              <a:t>Points forts</a:t>
            </a:r>
            <a:endParaRPr b="1" sz="1100">
              <a:solidFill>
                <a:srgbClr val="75F0FB"/>
              </a:solidFill>
              <a:latin typeface="Syne"/>
              <a:ea typeface="Syne"/>
              <a:cs typeface="Syne"/>
              <a:sym typeface="Syne"/>
            </a:endParaRPr>
          </a:p>
        </p:txBody>
      </p:sp>
      <p:sp>
        <p:nvSpPr>
          <p:cNvPr id="641" name="Google Shape;641;p54"/>
          <p:cNvSpPr txBox="1"/>
          <p:nvPr/>
        </p:nvSpPr>
        <p:spPr>
          <a:xfrm>
            <a:off x="644000" y="2093175"/>
            <a:ext cx="2613900" cy="136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800">
                <a:solidFill>
                  <a:srgbClr val="BABABA"/>
                </a:solidFill>
                <a:latin typeface="Syne"/>
                <a:ea typeface="Syne"/>
                <a:cs typeface="Syne"/>
                <a:sym typeface="Syne"/>
              </a:rPr>
              <a:t>Très abordable pour les OBNL.</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Modulaire et personnalisable.</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Intégration fluide entre CRM, marketing, finance, RH, gestion de projet, etc.</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Zoho Creator permet de créer des applications personnalisées sans coder.</a:t>
            </a:r>
            <a:endParaRPr b="1" sz="800">
              <a:solidFill>
                <a:srgbClr val="BABABA"/>
              </a:solidFill>
              <a:latin typeface="Syne"/>
              <a:ea typeface="Syne"/>
              <a:cs typeface="Syne"/>
              <a:sym typeface="Syne"/>
            </a:endParaRPr>
          </a:p>
        </p:txBody>
      </p:sp>
      <p:sp>
        <p:nvSpPr>
          <p:cNvPr id="642" name="Google Shape;642;p54"/>
          <p:cNvSpPr txBox="1"/>
          <p:nvPr/>
        </p:nvSpPr>
        <p:spPr>
          <a:xfrm>
            <a:off x="3646425" y="2023875"/>
            <a:ext cx="2309100" cy="1273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800">
                <a:solidFill>
                  <a:srgbClr val="BABABA"/>
                </a:solidFill>
                <a:latin typeface="Syne"/>
                <a:ea typeface="Syne"/>
                <a:cs typeface="Syne"/>
                <a:sym typeface="Syne"/>
              </a:rPr>
              <a:t>Odoo propose des modules CRM, RH, comptabilité, projets, événements, marketing, etc. L’organisation peut choisir uniquement les modules utiles.</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Open Source, Tout-en-un, Interface moderne, Communauté active. </a:t>
            </a:r>
            <a:endParaRPr b="1" sz="800">
              <a:solidFill>
                <a:srgbClr val="BABABA"/>
              </a:solidFill>
              <a:latin typeface="Syne"/>
              <a:ea typeface="Syne"/>
              <a:cs typeface="Syne"/>
              <a:sym typeface="Syne"/>
            </a:endParaRPr>
          </a:p>
        </p:txBody>
      </p:sp>
      <p:sp>
        <p:nvSpPr>
          <p:cNvPr id="643" name="Google Shape;643;p54"/>
          <p:cNvSpPr txBox="1"/>
          <p:nvPr/>
        </p:nvSpPr>
        <p:spPr>
          <a:xfrm>
            <a:off x="6363875" y="2155750"/>
            <a:ext cx="2390100" cy="1364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800">
                <a:solidFill>
                  <a:srgbClr val="BABABA"/>
                </a:solidFill>
                <a:latin typeface="Syne"/>
                <a:ea typeface="Syne"/>
                <a:cs typeface="Syne"/>
                <a:sym typeface="Syne"/>
              </a:rPr>
              <a:t>Fort en gestion de relations avec les usagers, partenaires, bailleurs de fonds.</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Le pack NPSP pensé spécifiquement pour OBNL.</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Automatisation, collecte de dons, gestion de programmes, etc.</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10 licences gratuites pour OBNL </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p:txBody>
      </p:sp>
      <p:sp>
        <p:nvSpPr>
          <p:cNvPr id="644" name="Google Shape;644;p54"/>
          <p:cNvSpPr txBox="1"/>
          <p:nvPr/>
        </p:nvSpPr>
        <p:spPr>
          <a:xfrm>
            <a:off x="644000" y="3918250"/>
            <a:ext cx="2613900" cy="62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800">
                <a:solidFill>
                  <a:srgbClr val="BABABA"/>
                </a:solidFill>
                <a:latin typeface="Syne"/>
                <a:ea typeface="Syne"/>
                <a:cs typeface="Syne"/>
                <a:sym typeface="Syne"/>
              </a:rPr>
              <a:t>Moins robuste que Odoo sur les modules ERP lourds (comptabilité avancée, logistique).</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Interface parfois jugée complexe.</a:t>
            </a:r>
            <a:endParaRPr b="1" sz="800">
              <a:solidFill>
                <a:srgbClr val="BABABA"/>
              </a:solidFill>
              <a:latin typeface="Syne"/>
              <a:ea typeface="Syne"/>
              <a:cs typeface="Syne"/>
              <a:sym typeface="Syne"/>
            </a:endParaRPr>
          </a:p>
        </p:txBody>
      </p:sp>
      <p:sp>
        <p:nvSpPr>
          <p:cNvPr id="645" name="Google Shape;645;p54"/>
          <p:cNvSpPr txBox="1"/>
          <p:nvPr/>
        </p:nvSpPr>
        <p:spPr>
          <a:xfrm>
            <a:off x="3646425" y="3828925"/>
            <a:ext cx="2406000" cy="9351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Implantation complexe, coût de personnalisation élevé, pas nécessairement spécialisé OBNL, </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Pas spécialement adapté pour le multi services tels que vous l’offrez. </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p:txBody>
      </p:sp>
      <p:sp>
        <p:nvSpPr>
          <p:cNvPr id="646" name="Google Shape;646;p54"/>
          <p:cNvSpPr txBox="1"/>
          <p:nvPr/>
        </p:nvSpPr>
        <p:spPr>
          <a:xfrm>
            <a:off x="6364000" y="3828925"/>
            <a:ext cx="2390100" cy="107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fr" sz="800">
                <a:solidFill>
                  <a:srgbClr val="BABABA"/>
                </a:solidFill>
                <a:latin typeface="Syne"/>
                <a:ea typeface="Syne"/>
                <a:cs typeface="Syne"/>
                <a:sym typeface="Syne"/>
              </a:rPr>
              <a:t>Intégration ERP limitée → besoin de modules tiers ou développement personnalisé.</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a:p>
            <a:pPr indent="0" lvl="0" marL="0" rtl="0" algn="l">
              <a:spcBef>
                <a:spcPts val="0"/>
              </a:spcBef>
              <a:spcAft>
                <a:spcPts val="0"/>
              </a:spcAft>
              <a:buNone/>
            </a:pPr>
            <a:r>
              <a:rPr b="1" lang="fr" sz="800">
                <a:solidFill>
                  <a:srgbClr val="BABABA"/>
                </a:solidFill>
                <a:latin typeface="Syne"/>
                <a:ea typeface="Syne"/>
                <a:cs typeface="Syne"/>
                <a:sym typeface="Syne"/>
              </a:rPr>
              <a:t>Implémentation coûteuse sans accompagnement subventionné.</a:t>
            </a:r>
            <a:endParaRPr b="1" sz="800">
              <a:solidFill>
                <a:srgbClr val="BABABA"/>
              </a:solidFill>
              <a:latin typeface="Syne"/>
              <a:ea typeface="Syne"/>
              <a:cs typeface="Syne"/>
              <a:sym typeface="Syne"/>
            </a:endParaRPr>
          </a:p>
          <a:p>
            <a:pPr indent="0" lvl="0" marL="0" rtl="0" algn="l">
              <a:spcBef>
                <a:spcPts val="0"/>
              </a:spcBef>
              <a:spcAft>
                <a:spcPts val="0"/>
              </a:spcAft>
              <a:buNone/>
            </a:pPr>
            <a:r>
              <a:t/>
            </a:r>
            <a:endParaRPr b="1" sz="800">
              <a:solidFill>
                <a:srgbClr val="BABABA"/>
              </a:solidFill>
              <a:latin typeface="Syne"/>
              <a:ea typeface="Syne"/>
              <a:cs typeface="Syne"/>
              <a:sym typeface="Syn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55"/>
          <p:cNvSpPr txBox="1"/>
          <p:nvPr>
            <p:ph idx="4294967295" type="sldNum"/>
          </p:nvPr>
        </p:nvSpPr>
        <p:spPr>
          <a:xfrm>
            <a:off x="8556784" y="4749851"/>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